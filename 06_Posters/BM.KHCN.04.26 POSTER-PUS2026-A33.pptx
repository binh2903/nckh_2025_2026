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8" r:id="rId2"/>
  </p:sldIdLst>
  <p:sldSz cx="30275213" cy="42803763"/>
  <p:notesSz cx="6797675" cy="9928225"/>
  <p:defaultTextStyle>
    <a:defPPr>
      <a:defRPr lang="ko-KR"/>
    </a:defPPr>
    <a:lvl1pPr marL="0" algn="l" defTabSz="4175761" rtl="0" eaLnBrk="1" latinLnBrk="1" hangingPunct="1">
      <a:defRPr sz="8238" kern="1200">
        <a:solidFill>
          <a:schemeClr val="tx1"/>
        </a:solidFill>
        <a:latin typeface="+mn-lt"/>
        <a:ea typeface="+mn-ea"/>
        <a:cs typeface="+mn-cs"/>
      </a:defRPr>
    </a:lvl1pPr>
    <a:lvl2pPr marL="2087880" algn="l" defTabSz="4175761" rtl="0" eaLnBrk="1" latinLnBrk="1" hangingPunct="1">
      <a:defRPr sz="8238" kern="1200">
        <a:solidFill>
          <a:schemeClr val="tx1"/>
        </a:solidFill>
        <a:latin typeface="+mn-lt"/>
        <a:ea typeface="+mn-ea"/>
        <a:cs typeface="+mn-cs"/>
      </a:defRPr>
    </a:lvl2pPr>
    <a:lvl3pPr marL="4175761" algn="l" defTabSz="4175761" rtl="0" eaLnBrk="1" latinLnBrk="1" hangingPunct="1">
      <a:defRPr sz="8238" kern="1200">
        <a:solidFill>
          <a:schemeClr val="tx1"/>
        </a:solidFill>
        <a:latin typeface="+mn-lt"/>
        <a:ea typeface="+mn-ea"/>
        <a:cs typeface="+mn-cs"/>
      </a:defRPr>
    </a:lvl3pPr>
    <a:lvl4pPr marL="6263641" algn="l" defTabSz="4175761" rtl="0" eaLnBrk="1" latinLnBrk="1" hangingPunct="1">
      <a:defRPr sz="8238" kern="1200">
        <a:solidFill>
          <a:schemeClr val="tx1"/>
        </a:solidFill>
        <a:latin typeface="+mn-lt"/>
        <a:ea typeface="+mn-ea"/>
        <a:cs typeface="+mn-cs"/>
      </a:defRPr>
    </a:lvl4pPr>
    <a:lvl5pPr marL="8351522" algn="l" defTabSz="4175761" rtl="0" eaLnBrk="1" latinLnBrk="1" hangingPunct="1">
      <a:defRPr sz="8238" kern="1200">
        <a:solidFill>
          <a:schemeClr val="tx1"/>
        </a:solidFill>
        <a:latin typeface="+mn-lt"/>
        <a:ea typeface="+mn-ea"/>
        <a:cs typeface="+mn-cs"/>
      </a:defRPr>
    </a:lvl5pPr>
    <a:lvl6pPr marL="10439402" algn="l" defTabSz="4175761" rtl="0" eaLnBrk="1" latinLnBrk="1" hangingPunct="1">
      <a:defRPr sz="8238" kern="1200">
        <a:solidFill>
          <a:schemeClr val="tx1"/>
        </a:solidFill>
        <a:latin typeface="+mn-lt"/>
        <a:ea typeface="+mn-ea"/>
        <a:cs typeface="+mn-cs"/>
      </a:defRPr>
    </a:lvl6pPr>
    <a:lvl7pPr marL="12527282" algn="l" defTabSz="4175761" rtl="0" eaLnBrk="1" latinLnBrk="1" hangingPunct="1">
      <a:defRPr sz="8238" kern="1200">
        <a:solidFill>
          <a:schemeClr val="tx1"/>
        </a:solidFill>
        <a:latin typeface="+mn-lt"/>
        <a:ea typeface="+mn-ea"/>
        <a:cs typeface="+mn-cs"/>
      </a:defRPr>
    </a:lvl7pPr>
    <a:lvl8pPr marL="14615163" algn="l" defTabSz="4175761" rtl="0" eaLnBrk="1" latinLnBrk="1" hangingPunct="1">
      <a:defRPr sz="8238" kern="1200">
        <a:solidFill>
          <a:schemeClr val="tx1"/>
        </a:solidFill>
        <a:latin typeface="+mn-lt"/>
        <a:ea typeface="+mn-ea"/>
        <a:cs typeface="+mn-cs"/>
      </a:defRPr>
    </a:lvl8pPr>
    <a:lvl9pPr marL="16703043" algn="l" defTabSz="4175761" rtl="0" eaLnBrk="1" latinLnBrk="1" hangingPunct="1">
      <a:defRPr sz="823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3366FF"/>
    <a:srgbClr val="0066FF"/>
    <a:srgbClr val="3333FF"/>
    <a:srgbClr val="990367"/>
    <a:srgbClr val="A61A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58" autoAdjust="0"/>
    <p:restoredTop sz="95033" autoAdjust="0"/>
  </p:normalViewPr>
  <p:slideViewPr>
    <p:cSldViewPr>
      <p:cViewPr varScale="1">
        <p:scale>
          <a:sx n="22" d="100"/>
          <a:sy n="22" d="100"/>
        </p:scale>
        <p:origin x="3005" y="163"/>
      </p:cViewPr>
      <p:guideLst>
        <p:guide orient="horz" pos="13482"/>
        <p:guide pos="9536"/>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7023C611-BBD2-7540-A214-8BCEA74CB74B}" type="datetimeFigureOut">
              <a:rPr lang="en-US" smtClean="0"/>
              <a:t>04/15/2026</a:t>
            </a:fld>
            <a:endParaRPr lang="en-US" dirty="0"/>
          </a:p>
        </p:txBody>
      </p:sp>
      <p:sp>
        <p:nvSpPr>
          <p:cNvPr id="4" name="Slide Image Placeholder 3"/>
          <p:cNvSpPr>
            <a:spLocks noGrp="1" noRot="1" noChangeAspect="1"/>
          </p:cNvSpPr>
          <p:nvPr>
            <p:ph type="sldImg" idx="2"/>
          </p:nvPr>
        </p:nvSpPr>
        <p:spPr>
          <a:xfrm>
            <a:off x="2214563" y="1241425"/>
            <a:ext cx="2368550"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9B46CDE8-2068-7B4C-A1BE-CD4E91890749}" type="slidenum">
              <a:rPr lang="en-US" smtClean="0"/>
              <a:t>‹#›</a:t>
            </a:fld>
            <a:endParaRPr lang="en-US" dirty="0"/>
          </a:p>
        </p:txBody>
      </p:sp>
    </p:spTree>
    <p:extLst>
      <p:ext uri="{BB962C8B-B14F-4D97-AF65-F5344CB8AC3E}">
        <p14:creationId xmlns:p14="http://schemas.microsoft.com/office/powerpoint/2010/main" val="236429587"/>
      </p:ext>
    </p:extLst>
  </p:cSld>
  <p:clrMap bg1="lt1" tx1="dk1" bg2="lt2" tx2="dk2" accent1="accent1" accent2="accent2" accent3="accent3" accent4="accent4" accent5="accent5" accent6="accent6" hlink="hlink" folHlink="folHlink"/>
  <p:notesStyle>
    <a:lvl1pPr marL="0" algn="l" defTabSz="1091702" rtl="0" eaLnBrk="1" latinLnBrk="0" hangingPunct="1">
      <a:defRPr sz="1433" kern="1200">
        <a:solidFill>
          <a:schemeClr val="tx1"/>
        </a:solidFill>
        <a:latin typeface="+mn-lt"/>
        <a:ea typeface="+mn-ea"/>
        <a:cs typeface="+mn-cs"/>
      </a:defRPr>
    </a:lvl1pPr>
    <a:lvl2pPr marL="545851" algn="l" defTabSz="1091702" rtl="0" eaLnBrk="1" latinLnBrk="0" hangingPunct="1">
      <a:defRPr sz="1433" kern="1200">
        <a:solidFill>
          <a:schemeClr val="tx1"/>
        </a:solidFill>
        <a:latin typeface="+mn-lt"/>
        <a:ea typeface="+mn-ea"/>
        <a:cs typeface="+mn-cs"/>
      </a:defRPr>
    </a:lvl2pPr>
    <a:lvl3pPr marL="1091702" algn="l" defTabSz="1091702" rtl="0" eaLnBrk="1" latinLnBrk="0" hangingPunct="1">
      <a:defRPr sz="1433" kern="1200">
        <a:solidFill>
          <a:schemeClr val="tx1"/>
        </a:solidFill>
        <a:latin typeface="+mn-lt"/>
        <a:ea typeface="+mn-ea"/>
        <a:cs typeface="+mn-cs"/>
      </a:defRPr>
    </a:lvl3pPr>
    <a:lvl4pPr marL="1637553" algn="l" defTabSz="1091702" rtl="0" eaLnBrk="1" latinLnBrk="0" hangingPunct="1">
      <a:defRPr sz="1433" kern="1200">
        <a:solidFill>
          <a:schemeClr val="tx1"/>
        </a:solidFill>
        <a:latin typeface="+mn-lt"/>
        <a:ea typeface="+mn-ea"/>
        <a:cs typeface="+mn-cs"/>
      </a:defRPr>
    </a:lvl4pPr>
    <a:lvl5pPr marL="2183404" algn="l" defTabSz="1091702" rtl="0" eaLnBrk="1" latinLnBrk="0" hangingPunct="1">
      <a:defRPr sz="1433" kern="1200">
        <a:solidFill>
          <a:schemeClr val="tx1"/>
        </a:solidFill>
        <a:latin typeface="+mn-lt"/>
        <a:ea typeface="+mn-ea"/>
        <a:cs typeface="+mn-cs"/>
      </a:defRPr>
    </a:lvl5pPr>
    <a:lvl6pPr marL="2729255" algn="l" defTabSz="1091702" rtl="0" eaLnBrk="1" latinLnBrk="0" hangingPunct="1">
      <a:defRPr sz="1433" kern="1200">
        <a:solidFill>
          <a:schemeClr val="tx1"/>
        </a:solidFill>
        <a:latin typeface="+mn-lt"/>
        <a:ea typeface="+mn-ea"/>
        <a:cs typeface="+mn-cs"/>
      </a:defRPr>
    </a:lvl6pPr>
    <a:lvl7pPr marL="3275106" algn="l" defTabSz="1091702" rtl="0" eaLnBrk="1" latinLnBrk="0" hangingPunct="1">
      <a:defRPr sz="1433" kern="1200">
        <a:solidFill>
          <a:schemeClr val="tx1"/>
        </a:solidFill>
        <a:latin typeface="+mn-lt"/>
        <a:ea typeface="+mn-ea"/>
        <a:cs typeface="+mn-cs"/>
      </a:defRPr>
    </a:lvl7pPr>
    <a:lvl8pPr marL="3820958" algn="l" defTabSz="1091702" rtl="0" eaLnBrk="1" latinLnBrk="0" hangingPunct="1">
      <a:defRPr sz="1433" kern="1200">
        <a:solidFill>
          <a:schemeClr val="tx1"/>
        </a:solidFill>
        <a:latin typeface="+mn-lt"/>
        <a:ea typeface="+mn-ea"/>
        <a:cs typeface="+mn-cs"/>
      </a:defRPr>
    </a:lvl8pPr>
    <a:lvl9pPr marL="4366809" algn="l" defTabSz="1091702" rtl="0" eaLnBrk="1" latinLnBrk="0" hangingPunct="1">
      <a:defRPr sz="143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1065-3E91-2E0E-CAF7-3334E0610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BAD31-3B87-34BA-5238-ECCED4FB56F9}"/>
              </a:ext>
            </a:extLst>
          </p:cNvPr>
          <p:cNvSpPr>
            <a:spLocks noGrp="1" noRot="1" noChangeAspect="1"/>
          </p:cNvSpPr>
          <p:nvPr>
            <p:ph type="sldImg"/>
          </p:nvPr>
        </p:nvSpPr>
        <p:spPr>
          <a:xfrm>
            <a:off x="2214563" y="1241425"/>
            <a:ext cx="2368550" cy="3349625"/>
          </a:xfrm>
        </p:spPr>
      </p:sp>
      <p:sp>
        <p:nvSpPr>
          <p:cNvPr id="3" name="Notes Placeholder 2">
            <a:extLst>
              <a:ext uri="{FF2B5EF4-FFF2-40B4-BE49-F238E27FC236}">
                <a16:creationId xmlns:a16="http://schemas.microsoft.com/office/drawing/2014/main" id="{9218D44C-15EA-D97A-85EA-A9B3E8245F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1826C0-D903-C6EE-55EC-23168E38A7FC}"/>
              </a:ext>
            </a:extLst>
          </p:cNvPr>
          <p:cNvSpPr>
            <a:spLocks noGrp="1"/>
          </p:cNvSpPr>
          <p:nvPr>
            <p:ph type="sldNum" sz="quarter" idx="10"/>
          </p:nvPr>
        </p:nvSpPr>
        <p:spPr/>
        <p:txBody>
          <a:bodyPr/>
          <a:lstStyle/>
          <a:p>
            <a:fld id="{9B46CDE8-2068-7B4C-A1BE-CD4E91890749}" type="slidenum">
              <a:rPr lang="en-US" smtClean="0"/>
              <a:t>1</a:t>
            </a:fld>
            <a:endParaRPr lang="en-US" dirty="0"/>
          </a:p>
        </p:txBody>
      </p:sp>
    </p:spTree>
    <p:extLst>
      <p:ext uri="{BB962C8B-B14F-4D97-AF65-F5344CB8AC3E}">
        <p14:creationId xmlns:p14="http://schemas.microsoft.com/office/powerpoint/2010/main" val="258684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2270641" y="13296913"/>
            <a:ext cx="25733932" cy="9175066"/>
          </a:xfrm>
        </p:spPr>
        <p:txBody>
          <a:bodyPr/>
          <a:lstStyle/>
          <a:p>
            <a:r>
              <a:rPr lang="ko-KR" altLang="en-US"/>
              <a:t>마스터 제목 스타일 편집</a:t>
            </a:r>
          </a:p>
        </p:txBody>
      </p:sp>
      <p:sp>
        <p:nvSpPr>
          <p:cNvPr id="3" name="부제목 2"/>
          <p:cNvSpPr>
            <a:spLocks noGrp="1"/>
          </p:cNvSpPr>
          <p:nvPr>
            <p:ph type="subTitle" idx="1"/>
          </p:nvPr>
        </p:nvSpPr>
        <p:spPr>
          <a:xfrm>
            <a:off x="4541283" y="24255466"/>
            <a:ext cx="21192649" cy="10938739"/>
          </a:xfrm>
        </p:spPr>
        <p:txBody>
          <a:bodyPr/>
          <a:lstStyle>
            <a:lvl1pPr marL="0" indent="0" algn="ctr">
              <a:buNone/>
              <a:defRPr>
                <a:solidFill>
                  <a:schemeClr val="tx1">
                    <a:tint val="75000"/>
                  </a:schemeClr>
                </a:solidFill>
              </a:defRPr>
            </a:lvl1pPr>
            <a:lvl2pPr marL="1748790" indent="0" algn="ctr">
              <a:buNone/>
              <a:defRPr>
                <a:solidFill>
                  <a:schemeClr val="tx1">
                    <a:tint val="75000"/>
                  </a:schemeClr>
                </a:solidFill>
              </a:defRPr>
            </a:lvl2pPr>
            <a:lvl3pPr marL="3497580" indent="0" algn="ctr">
              <a:buNone/>
              <a:defRPr>
                <a:solidFill>
                  <a:schemeClr val="tx1">
                    <a:tint val="75000"/>
                  </a:schemeClr>
                </a:solidFill>
              </a:defRPr>
            </a:lvl3pPr>
            <a:lvl4pPr marL="5246370" indent="0" algn="ctr">
              <a:buNone/>
              <a:defRPr>
                <a:solidFill>
                  <a:schemeClr val="tx1">
                    <a:tint val="75000"/>
                  </a:schemeClr>
                </a:solidFill>
              </a:defRPr>
            </a:lvl4pPr>
            <a:lvl5pPr marL="6995160" indent="0" algn="ctr">
              <a:buNone/>
              <a:defRPr>
                <a:solidFill>
                  <a:schemeClr val="tx1">
                    <a:tint val="75000"/>
                  </a:schemeClr>
                </a:solidFill>
              </a:defRPr>
            </a:lvl5pPr>
            <a:lvl6pPr marL="8743950" indent="0" algn="ctr">
              <a:buNone/>
              <a:defRPr>
                <a:solidFill>
                  <a:schemeClr val="tx1">
                    <a:tint val="75000"/>
                  </a:schemeClr>
                </a:solidFill>
              </a:defRPr>
            </a:lvl6pPr>
            <a:lvl7pPr marL="10492740" indent="0" algn="ctr">
              <a:buNone/>
              <a:defRPr>
                <a:solidFill>
                  <a:schemeClr val="tx1">
                    <a:tint val="75000"/>
                  </a:schemeClr>
                </a:solidFill>
              </a:defRPr>
            </a:lvl7pPr>
            <a:lvl8pPr marL="12241530" indent="0" algn="ctr">
              <a:buNone/>
              <a:defRPr>
                <a:solidFill>
                  <a:schemeClr val="tx1">
                    <a:tint val="75000"/>
                  </a:schemeClr>
                </a:solidFill>
              </a:defRPr>
            </a:lvl8pPr>
            <a:lvl9pPr marL="1399032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3083038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41052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2391533" y="27505385"/>
            <a:ext cx="25733932" cy="8501303"/>
          </a:xfrm>
        </p:spPr>
        <p:txBody>
          <a:bodyPr anchor="t"/>
          <a:lstStyle>
            <a:lvl1pPr algn="l">
              <a:defRPr sz="15300" b="1" cap="all"/>
            </a:lvl1pPr>
          </a:lstStyle>
          <a:p>
            <a:r>
              <a:rPr lang="ko-KR" altLang="en-US"/>
              <a:t>마스터 제목 스타일 편집</a:t>
            </a:r>
          </a:p>
        </p:txBody>
      </p:sp>
      <p:sp>
        <p:nvSpPr>
          <p:cNvPr id="3" name="텍스트 개체 틀 2"/>
          <p:cNvSpPr>
            <a:spLocks noGrp="1"/>
          </p:cNvSpPr>
          <p:nvPr>
            <p:ph type="body" idx="1"/>
          </p:nvPr>
        </p:nvSpPr>
        <p:spPr>
          <a:xfrm>
            <a:off x="2391533" y="18142064"/>
            <a:ext cx="25733932" cy="9363320"/>
          </a:xfrm>
        </p:spPr>
        <p:txBody>
          <a:bodyPr anchor="b"/>
          <a:lstStyle>
            <a:lvl1pPr marL="0" indent="0">
              <a:buNone/>
              <a:defRPr sz="7700">
                <a:solidFill>
                  <a:schemeClr val="tx1">
                    <a:tint val="75000"/>
                  </a:schemeClr>
                </a:solidFill>
              </a:defRPr>
            </a:lvl1pPr>
            <a:lvl2pPr marL="1748790" indent="0">
              <a:buNone/>
              <a:defRPr sz="6900">
                <a:solidFill>
                  <a:schemeClr val="tx1">
                    <a:tint val="75000"/>
                  </a:schemeClr>
                </a:solidFill>
              </a:defRPr>
            </a:lvl2pPr>
            <a:lvl3pPr marL="3497580" indent="0">
              <a:buNone/>
              <a:defRPr sz="6100">
                <a:solidFill>
                  <a:schemeClr val="tx1">
                    <a:tint val="75000"/>
                  </a:schemeClr>
                </a:solidFill>
              </a:defRPr>
            </a:lvl3pPr>
            <a:lvl4pPr marL="5246370" indent="0">
              <a:buNone/>
              <a:defRPr sz="5400">
                <a:solidFill>
                  <a:schemeClr val="tx1">
                    <a:tint val="75000"/>
                  </a:schemeClr>
                </a:solidFill>
              </a:defRPr>
            </a:lvl4pPr>
            <a:lvl5pPr marL="6995160" indent="0">
              <a:buNone/>
              <a:defRPr sz="5400">
                <a:solidFill>
                  <a:schemeClr val="tx1">
                    <a:tint val="75000"/>
                  </a:schemeClr>
                </a:solidFill>
              </a:defRPr>
            </a:lvl5pPr>
            <a:lvl6pPr marL="8743950" indent="0">
              <a:buNone/>
              <a:defRPr sz="5400">
                <a:solidFill>
                  <a:schemeClr val="tx1">
                    <a:tint val="75000"/>
                  </a:schemeClr>
                </a:solidFill>
              </a:defRPr>
            </a:lvl6pPr>
            <a:lvl7pPr marL="10492740" indent="0">
              <a:buNone/>
              <a:defRPr sz="5400">
                <a:solidFill>
                  <a:schemeClr val="tx1">
                    <a:tint val="75000"/>
                  </a:schemeClr>
                </a:solidFill>
              </a:defRPr>
            </a:lvl7pPr>
            <a:lvl8pPr marL="12241530" indent="0">
              <a:buNone/>
              <a:defRPr sz="5400">
                <a:solidFill>
                  <a:schemeClr val="tx1">
                    <a:tint val="75000"/>
                  </a:schemeClr>
                </a:solidFill>
              </a:defRPr>
            </a:lvl8pPr>
            <a:lvl9pPr marL="13990320" indent="0">
              <a:buNone/>
              <a:defRPr sz="5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1117117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1513762" y="9987548"/>
            <a:ext cx="13371552" cy="28248505"/>
          </a:xfrm>
        </p:spPr>
        <p:txBody>
          <a:bodyPr/>
          <a:lstStyle>
            <a:lvl1pPr>
              <a:defRPr sz="10700"/>
            </a:lvl1pPr>
            <a:lvl2pPr>
              <a:defRPr sz="9200"/>
            </a:lvl2pPr>
            <a:lvl3pPr>
              <a:defRPr sz="7700"/>
            </a:lvl3pPr>
            <a:lvl4pPr>
              <a:defRPr sz="6900"/>
            </a:lvl4pPr>
            <a:lvl5pPr>
              <a:defRPr sz="6900"/>
            </a:lvl5pPr>
            <a:lvl6pPr>
              <a:defRPr sz="6900"/>
            </a:lvl6pPr>
            <a:lvl7pPr>
              <a:defRPr sz="6900"/>
            </a:lvl7pPr>
            <a:lvl8pPr>
              <a:defRPr sz="6900"/>
            </a:lvl8pPr>
            <a:lvl9pPr>
              <a:defRPr sz="69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15389900" y="9987548"/>
            <a:ext cx="13371552" cy="28248505"/>
          </a:xfrm>
        </p:spPr>
        <p:txBody>
          <a:bodyPr/>
          <a:lstStyle>
            <a:lvl1pPr>
              <a:defRPr sz="10700"/>
            </a:lvl1pPr>
            <a:lvl2pPr>
              <a:defRPr sz="9200"/>
            </a:lvl2pPr>
            <a:lvl3pPr>
              <a:defRPr sz="7700"/>
            </a:lvl3pPr>
            <a:lvl4pPr>
              <a:defRPr sz="6900"/>
            </a:lvl4pPr>
            <a:lvl5pPr>
              <a:defRPr sz="6900"/>
            </a:lvl5pPr>
            <a:lvl6pPr>
              <a:defRPr sz="6900"/>
            </a:lvl6pPr>
            <a:lvl7pPr>
              <a:defRPr sz="6900"/>
            </a:lvl7pPr>
            <a:lvl8pPr>
              <a:defRPr sz="6900"/>
            </a:lvl8pPr>
            <a:lvl9pPr>
              <a:defRPr sz="69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248957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1513761" y="9581309"/>
            <a:ext cx="13376810" cy="3993034"/>
          </a:xfrm>
        </p:spPr>
        <p:txBody>
          <a:bodyPr anchor="b"/>
          <a:lstStyle>
            <a:lvl1pPr marL="0" indent="0">
              <a:buNone/>
              <a:defRPr sz="9200" b="1"/>
            </a:lvl1pPr>
            <a:lvl2pPr marL="1748790" indent="0">
              <a:buNone/>
              <a:defRPr sz="7700" b="1"/>
            </a:lvl2pPr>
            <a:lvl3pPr marL="3497580" indent="0">
              <a:buNone/>
              <a:defRPr sz="6900" b="1"/>
            </a:lvl3pPr>
            <a:lvl4pPr marL="5246370" indent="0">
              <a:buNone/>
              <a:defRPr sz="6100" b="1"/>
            </a:lvl4pPr>
            <a:lvl5pPr marL="6995160" indent="0">
              <a:buNone/>
              <a:defRPr sz="6100" b="1"/>
            </a:lvl5pPr>
            <a:lvl6pPr marL="8743950" indent="0">
              <a:buNone/>
              <a:defRPr sz="6100" b="1"/>
            </a:lvl6pPr>
            <a:lvl7pPr marL="10492740" indent="0">
              <a:buNone/>
              <a:defRPr sz="6100" b="1"/>
            </a:lvl7pPr>
            <a:lvl8pPr marL="12241530" indent="0">
              <a:buNone/>
              <a:defRPr sz="6100" b="1"/>
            </a:lvl8pPr>
            <a:lvl9pPr marL="13990320" indent="0">
              <a:buNone/>
              <a:defRPr sz="6100" b="1"/>
            </a:lvl9pPr>
          </a:lstStyle>
          <a:p>
            <a:pPr lvl="0"/>
            <a:r>
              <a:rPr lang="ko-KR" altLang="en-US"/>
              <a:t>마스터 텍스트 스타일을 편집합니다</a:t>
            </a:r>
          </a:p>
        </p:txBody>
      </p:sp>
      <p:sp>
        <p:nvSpPr>
          <p:cNvPr id="4" name="내용 개체 틀 3"/>
          <p:cNvSpPr>
            <a:spLocks noGrp="1"/>
          </p:cNvSpPr>
          <p:nvPr>
            <p:ph sz="half" idx="2"/>
          </p:nvPr>
        </p:nvSpPr>
        <p:spPr>
          <a:xfrm>
            <a:off x="1513761" y="13574342"/>
            <a:ext cx="13376810" cy="24661708"/>
          </a:xfrm>
        </p:spPr>
        <p:txBody>
          <a:bodyPr/>
          <a:lstStyle>
            <a:lvl1pPr>
              <a:defRPr sz="9200"/>
            </a:lvl1pPr>
            <a:lvl2pPr>
              <a:defRPr sz="7700"/>
            </a:lvl2pPr>
            <a:lvl3pPr>
              <a:defRPr sz="6900"/>
            </a:lvl3pPr>
            <a:lvl4pPr>
              <a:defRPr sz="6100"/>
            </a:lvl4pPr>
            <a:lvl5pPr>
              <a:defRPr sz="6100"/>
            </a:lvl5pPr>
            <a:lvl6pPr>
              <a:defRPr sz="6100"/>
            </a:lvl6pPr>
            <a:lvl7pPr>
              <a:defRPr sz="6100"/>
            </a:lvl7pPr>
            <a:lvl8pPr>
              <a:defRPr sz="6100"/>
            </a:lvl8pPr>
            <a:lvl9pPr>
              <a:defRPr sz="6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15379390" y="9581309"/>
            <a:ext cx="13382064" cy="3993034"/>
          </a:xfrm>
        </p:spPr>
        <p:txBody>
          <a:bodyPr anchor="b"/>
          <a:lstStyle>
            <a:lvl1pPr marL="0" indent="0">
              <a:buNone/>
              <a:defRPr sz="9200" b="1"/>
            </a:lvl1pPr>
            <a:lvl2pPr marL="1748790" indent="0">
              <a:buNone/>
              <a:defRPr sz="7700" b="1"/>
            </a:lvl2pPr>
            <a:lvl3pPr marL="3497580" indent="0">
              <a:buNone/>
              <a:defRPr sz="6900" b="1"/>
            </a:lvl3pPr>
            <a:lvl4pPr marL="5246370" indent="0">
              <a:buNone/>
              <a:defRPr sz="6100" b="1"/>
            </a:lvl4pPr>
            <a:lvl5pPr marL="6995160" indent="0">
              <a:buNone/>
              <a:defRPr sz="6100" b="1"/>
            </a:lvl5pPr>
            <a:lvl6pPr marL="8743950" indent="0">
              <a:buNone/>
              <a:defRPr sz="6100" b="1"/>
            </a:lvl6pPr>
            <a:lvl7pPr marL="10492740" indent="0">
              <a:buNone/>
              <a:defRPr sz="6100" b="1"/>
            </a:lvl7pPr>
            <a:lvl8pPr marL="12241530" indent="0">
              <a:buNone/>
              <a:defRPr sz="6100" b="1"/>
            </a:lvl8pPr>
            <a:lvl9pPr marL="13990320" indent="0">
              <a:buNone/>
              <a:defRPr sz="6100" b="1"/>
            </a:lvl9pPr>
          </a:lstStyle>
          <a:p>
            <a:pPr lvl="0"/>
            <a:r>
              <a:rPr lang="ko-KR" altLang="en-US"/>
              <a:t>마스터 텍스트 스타일을 편집합니다</a:t>
            </a:r>
          </a:p>
        </p:txBody>
      </p:sp>
      <p:sp>
        <p:nvSpPr>
          <p:cNvPr id="6" name="내용 개체 틀 5"/>
          <p:cNvSpPr>
            <a:spLocks noGrp="1"/>
          </p:cNvSpPr>
          <p:nvPr>
            <p:ph sz="quarter" idx="4"/>
          </p:nvPr>
        </p:nvSpPr>
        <p:spPr>
          <a:xfrm>
            <a:off x="15379390" y="13574342"/>
            <a:ext cx="13382064" cy="24661708"/>
          </a:xfrm>
        </p:spPr>
        <p:txBody>
          <a:bodyPr/>
          <a:lstStyle>
            <a:lvl1pPr>
              <a:defRPr sz="9200"/>
            </a:lvl1pPr>
            <a:lvl2pPr>
              <a:defRPr sz="7700"/>
            </a:lvl2pPr>
            <a:lvl3pPr>
              <a:defRPr sz="6900"/>
            </a:lvl3pPr>
            <a:lvl4pPr>
              <a:defRPr sz="6100"/>
            </a:lvl4pPr>
            <a:lvl5pPr>
              <a:defRPr sz="6100"/>
            </a:lvl5pPr>
            <a:lvl6pPr>
              <a:defRPr sz="6100"/>
            </a:lvl6pPr>
            <a:lvl7pPr>
              <a:defRPr sz="6100"/>
            </a:lvl7pPr>
            <a:lvl8pPr>
              <a:defRPr sz="6100"/>
            </a:lvl8pPr>
            <a:lvl9pPr>
              <a:defRPr sz="61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4269735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4293824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406398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1513763" y="1704224"/>
            <a:ext cx="9960337" cy="7252860"/>
          </a:xfrm>
        </p:spPr>
        <p:txBody>
          <a:bodyPr anchor="b"/>
          <a:lstStyle>
            <a:lvl1pPr algn="l">
              <a:defRPr sz="7700" b="1"/>
            </a:lvl1pPr>
          </a:lstStyle>
          <a:p>
            <a:r>
              <a:rPr lang="ko-KR" altLang="en-US"/>
              <a:t>마스터 제목 스타일 편집</a:t>
            </a:r>
          </a:p>
        </p:txBody>
      </p:sp>
      <p:sp>
        <p:nvSpPr>
          <p:cNvPr id="3" name="내용 개체 틀 2"/>
          <p:cNvSpPr>
            <a:spLocks noGrp="1"/>
          </p:cNvSpPr>
          <p:nvPr>
            <p:ph idx="1"/>
          </p:nvPr>
        </p:nvSpPr>
        <p:spPr>
          <a:xfrm>
            <a:off x="11836768" y="1704227"/>
            <a:ext cx="16924685" cy="36531826"/>
          </a:xfrm>
        </p:spPr>
        <p:txBody>
          <a:bodyPr/>
          <a:lstStyle>
            <a:lvl1pPr>
              <a:defRPr sz="12200"/>
            </a:lvl1pPr>
            <a:lvl2pPr>
              <a:defRPr sz="10700"/>
            </a:lvl2pPr>
            <a:lvl3pPr>
              <a:defRPr sz="9200"/>
            </a:lvl3pPr>
            <a:lvl4pPr>
              <a:defRPr sz="7700"/>
            </a:lvl4pPr>
            <a:lvl5pPr>
              <a:defRPr sz="7700"/>
            </a:lvl5pPr>
            <a:lvl6pPr>
              <a:defRPr sz="7700"/>
            </a:lvl6pPr>
            <a:lvl7pPr>
              <a:defRPr sz="7700"/>
            </a:lvl7pPr>
            <a:lvl8pPr>
              <a:defRPr sz="7700"/>
            </a:lvl8pPr>
            <a:lvl9pPr>
              <a:defRPr sz="77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1513763" y="8957088"/>
            <a:ext cx="9960337" cy="29278966"/>
          </a:xfrm>
        </p:spPr>
        <p:txBody>
          <a:bodyPr/>
          <a:lstStyle>
            <a:lvl1pPr marL="0" indent="0">
              <a:buNone/>
              <a:defRPr sz="5400"/>
            </a:lvl1pPr>
            <a:lvl2pPr marL="1748790" indent="0">
              <a:buNone/>
              <a:defRPr sz="4600"/>
            </a:lvl2pPr>
            <a:lvl3pPr marL="3497580" indent="0">
              <a:buNone/>
              <a:defRPr sz="3800"/>
            </a:lvl3pPr>
            <a:lvl4pPr marL="5246370" indent="0">
              <a:buNone/>
              <a:defRPr sz="3400"/>
            </a:lvl4pPr>
            <a:lvl5pPr marL="6995160" indent="0">
              <a:buNone/>
              <a:defRPr sz="3400"/>
            </a:lvl5pPr>
            <a:lvl6pPr marL="8743950" indent="0">
              <a:buNone/>
              <a:defRPr sz="3400"/>
            </a:lvl6pPr>
            <a:lvl7pPr marL="10492740" indent="0">
              <a:buNone/>
              <a:defRPr sz="3400"/>
            </a:lvl7pPr>
            <a:lvl8pPr marL="12241530" indent="0">
              <a:buNone/>
              <a:defRPr sz="3400"/>
            </a:lvl8pPr>
            <a:lvl9pPr marL="13990320" indent="0">
              <a:buNone/>
              <a:defRPr sz="34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2335313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5934154" y="29962635"/>
            <a:ext cx="18165128" cy="3537259"/>
          </a:xfrm>
        </p:spPr>
        <p:txBody>
          <a:bodyPr anchor="b"/>
          <a:lstStyle>
            <a:lvl1pPr algn="l">
              <a:defRPr sz="7700" b="1"/>
            </a:lvl1pPr>
          </a:lstStyle>
          <a:p>
            <a:r>
              <a:rPr lang="ko-KR" altLang="en-US"/>
              <a:t>마스터 제목 스타일 편집</a:t>
            </a:r>
          </a:p>
        </p:txBody>
      </p:sp>
      <p:sp>
        <p:nvSpPr>
          <p:cNvPr id="3" name="그림 개체 틀 2"/>
          <p:cNvSpPr>
            <a:spLocks noGrp="1"/>
          </p:cNvSpPr>
          <p:nvPr>
            <p:ph type="pic" idx="1"/>
          </p:nvPr>
        </p:nvSpPr>
        <p:spPr>
          <a:xfrm>
            <a:off x="5934154" y="3824596"/>
            <a:ext cx="18165128" cy="25682258"/>
          </a:xfrm>
        </p:spPr>
        <p:txBody>
          <a:bodyPr/>
          <a:lstStyle>
            <a:lvl1pPr marL="0" indent="0">
              <a:buNone/>
              <a:defRPr sz="12200"/>
            </a:lvl1pPr>
            <a:lvl2pPr marL="1748790" indent="0">
              <a:buNone/>
              <a:defRPr sz="10700"/>
            </a:lvl2pPr>
            <a:lvl3pPr marL="3497580" indent="0">
              <a:buNone/>
              <a:defRPr sz="9200"/>
            </a:lvl3pPr>
            <a:lvl4pPr marL="5246370" indent="0">
              <a:buNone/>
              <a:defRPr sz="7700"/>
            </a:lvl4pPr>
            <a:lvl5pPr marL="6995160" indent="0">
              <a:buNone/>
              <a:defRPr sz="7700"/>
            </a:lvl5pPr>
            <a:lvl6pPr marL="8743950" indent="0">
              <a:buNone/>
              <a:defRPr sz="7700"/>
            </a:lvl6pPr>
            <a:lvl7pPr marL="10492740" indent="0">
              <a:buNone/>
              <a:defRPr sz="7700"/>
            </a:lvl7pPr>
            <a:lvl8pPr marL="12241530" indent="0">
              <a:buNone/>
              <a:defRPr sz="7700"/>
            </a:lvl8pPr>
            <a:lvl9pPr marL="13990320" indent="0">
              <a:buNone/>
              <a:defRPr sz="7700"/>
            </a:lvl9pPr>
          </a:lstStyle>
          <a:p>
            <a:endParaRPr lang="ko-KR" altLang="en-US"/>
          </a:p>
        </p:txBody>
      </p:sp>
      <p:sp>
        <p:nvSpPr>
          <p:cNvPr id="4" name="텍스트 개체 틀 3"/>
          <p:cNvSpPr>
            <a:spLocks noGrp="1"/>
          </p:cNvSpPr>
          <p:nvPr>
            <p:ph type="body" sz="half" idx="2"/>
          </p:nvPr>
        </p:nvSpPr>
        <p:spPr>
          <a:xfrm>
            <a:off x="5934154" y="33499892"/>
            <a:ext cx="18165128" cy="5023495"/>
          </a:xfrm>
        </p:spPr>
        <p:txBody>
          <a:bodyPr/>
          <a:lstStyle>
            <a:lvl1pPr marL="0" indent="0">
              <a:buNone/>
              <a:defRPr sz="5400"/>
            </a:lvl1pPr>
            <a:lvl2pPr marL="1748790" indent="0">
              <a:buNone/>
              <a:defRPr sz="4600"/>
            </a:lvl2pPr>
            <a:lvl3pPr marL="3497580" indent="0">
              <a:buNone/>
              <a:defRPr sz="3800"/>
            </a:lvl3pPr>
            <a:lvl4pPr marL="5246370" indent="0">
              <a:buNone/>
              <a:defRPr sz="3400"/>
            </a:lvl4pPr>
            <a:lvl5pPr marL="6995160" indent="0">
              <a:buNone/>
              <a:defRPr sz="3400"/>
            </a:lvl5pPr>
            <a:lvl6pPr marL="8743950" indent="0">
              <a:buNone/>
              <a:defRPr sz="3400"/>
            </a:lvl6pPr>
            <a:lvl7pPr marL="10492740" indent="0">
              <a:buNone/>
              <a:defRPr sz="3400"/>
            </a:lvl7pPr>
            <a:lvl8pPr marL="12241530" indent="0">
              <a:buNone/>
              <a:defRPr sz="3400"/>
            </a:lvl8pPr>
            <a:lvl9pPr marL="13990320" indent="0">
              <a:buNone/>
              <a:defRPr sz="34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3086253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2248998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21949530" y="1714138"/>
            <a:ext cx="6811923" cy="36521914"/>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1513760" y="1714138"/>
            <a:ext cx="19931182" cy="36521914"/>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865736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1513762" y="1714136"/>
            <a:ext cx="27247692" cy="7133961"/>
          </a:xfrm>
          <a:prstGeom prst="rect">
            <a:avLst/>
          </a:prstGeom>
        </p:spPr>
        <p:txBody>
          <a:bodyPr vert="horz" lIns="349758" tIns="174879" rIns="349758" bIns="174879" rtlCol="0" anchor="ctr">
            <a:normAutofit/>
          </a:bodyPr>
          <a:lstStyle/>
          <a:p>
            <a:r>
              <a:rPr lang="ko-KR" altLang="en-US"/>
              <a:t>마스터 제목 스타일 편집</a:t>
            </a:r>
          </a:p>
        </p:txBody>
      </p:sp>
      <p:sp>
        <p:nvSpPr>
          <p:cNvPr id="3" name="텍스트 개체 틀 2"/>
          <p:cNvSpPr>
            <a:spLocks noGrp="1"/>
          </p:cNvSpPr>
          <p:nvPr>
            <p:ph type="body" idx="1"/>
          </p:nvPr>
        </p:nvSpPr>
        <p:spPr>
          <a:xfrm>
            <a:off x="1513762" y="9987548"/>
            <a:ext cx="27247692" cy="28248505"/>
          </a:xfrm>
          <a:prstGeom prst="rect">
            <a:avLst/>
          </a:prstGeom>
        </p:spPr>
        <p:txBody>
          <a:bodyPr vert="horz" lIns="349758" tIns="174879" rIns="349758" bIns="174879"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1513762" y="39672750"/>
            <a:ext cx="7064216" cy="2278904"/>
          </a:xfrm>
          <a:prstGeom prst="rect">
            <a:avLst/>
          </a:prstGeom>
        </p:spPr>
        <p:txBody>
          <a:bodyPr vert="horz" lIns="349758" tIns="174879" rIns="349758" bIns="174879" rtlCol="0" anchor="ctr"/>
          <a:lstStyle>
            <a:lvl1pPr algn="l">
              <a:defRPr sz="4600">
                <a:solidFill>
                  <a:schemeClr val="tx1">
                    <a:tint val="75000"/>
                  </a:schemeClr>
                </a:solidFill>
              </a:defRPr>
            </a:lvl1pPr>
          </a:lstStyle>
          <a:p>
            <a:fld id="{D9F6D4EB-F646-4945-85D2-E62C25EC8109}" type="datetimeFigureOut">
              <a:rPr lang="ko-KR" altLang="en-US" smtClean="0"/>
              <a:t>2026-04-15</a:t>
            </a:fld>
            <a:endParaRPr lang="ko-KR" altLang="en-US"/>
          </a:p>
        </p:txBody>
      </p:sp>
      <p:sp>
        <p:nvSpPr>
          <p:cNvPr id="5" name="바닥글 개체 틀 4"/>
          <p:cNvSpPr>
            <a:spLocks noGrp="1"/>
          </p:cNvSpPr>
          <p:nvPr>
            <p:ph type="ftr" sz="quarter" idx="3"/>
          </p:nvPr>
        </p:nvSpPr>
        <p:spPr>
          <a:xfrm>
            <a:off x="10344031" y="39672750"/>
            <a:ext cx="9587151" cy="2278904"/>
          </a:xfrm>
          <a:prstGeom prst="rect">
            <a:avLst/>
          </a:prstGeom>
        </p:spPr>
        <p:txBody>
          <a:bodyPr vert="horz" lIns="349758" tIns="174879" rIns="349758" bIns="174879" rtlCol="0" anchor="ctr"/>
          <a:lstStyle>
            <a:lvl1pPr algn="ctr">
              <a:defRPr sz="46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21697237" y="39672750"/>
            <a:ext cx="7064216" cy="2278904"/>
          </a:xfrm>
          <a:prstGeom prst="rect">
            <a:avLst/>
          </a:prstGeom>
        </p:spPr>
        <p:txBody>
          <a:bodyPr vert="horz" lIns="349758" tIns="174879" rIns="349758" bIns="174879" rtlCol="0" anchor="ctr"/>
          <a:lstStyle>
            <a:lvl1pPr algn="r">
              <a:defRPr sz="4600">
                <a:solidFill>
                  <a:schemeClr val="tx1">
                    <a:tint val="75000"/>
                  </a:schemeClr>
                </a:solidFill>
              </a:defRPr>
            </a:lvl1pPr>
          </a:lstStyle>
          <a:p>
            <a:fld id="{84C710FB-CBD6-4062-B47A-7B080C67A0B3}" type="slidenum">
              <a:rPr lang="ko-KR" altLang="en-US" smtClean="0"/>
              <a:t>‹#›</a:t>
            </a:fld>
            <a:endParaRPr lang="ko-KR" altLang="en-US"/>
          </a:p>
        </p:txBody>
      </p:sp>
    </p:spTree>
    <p:extLst>
      <p:ext uri="{BB962C8B-B14F-4D97-AF65-F5344CB8AC3E}">
        <p14:creationId xmlns:p14="http://schemas.microsoft.com/office/powerpoint/2010/main" val="2674361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7580" rtl="0" eaLnBrk="1" latinLnBrk="1" hangingPunct="1">
        <a:spcBef>
          <a:spcPct val="0"/>
        </a:spcBef>
        <a:buNone/>
        <a:defRPr sz="16800" kern="1200">
          <a:solidFill>
            <a:schemeClr val="tx1"/>
          </a:solidFill>
          <a:latin typeface="+mj-lt"/>
          <a:ea typeface="+mj-ea"/>
          <a:cs typeface="+mj-cs"/>
        </a:defRPr>
      </a:lvl1pPr>
    </p:titleStyle>
    <p:bodyStyle>
      <a:lvl1pPr marL="1311593" indent="-1311593" algn="l" defTabSz="3497580" rtl="0" eaLnBrk="1" latinLnBrk="1" hangingPunct="1">
        <a:spcBef>
          <a:spcPct val="20000"/>
        </a:spcBef>
        <a:buFont typeface="Arial" panose="020B0604020202020204" pitchFamily="34" charset="0"/>
        <a:buChar char="•"/>
        <a:defRPr sz="12200" kern="1200">
          <a:solidFill>
            <a:schemeClr val="tx1"/>
          </a:solidFill>
          <a:latin typeface="+mn-lt"/>
          <a:ea typeface="+mn-ea"/>
          <a:cs typeface="+mn-cs"/>
        </a:defRPr>
      </a:lvl1pPr>
      <a:lvl2pPr marL="2841784" indent="-1092994" algn="l" defTabSz="3497580" rtl="0" eaLnBrk="1" latinLnBrk="1" hangingPunct="1">
        <a:spcBef>
          <a:spcPct val="20000"/>
        </a:spcBef>
        <a:buFont typeface="Arial" panose="020B0604020202020204" pitchFamily="34" charset="0"/>
        <a:buChar char="–"/>
        <a:defRPr sz="10700" kern="1200">
          <a:solidFill>
            <a:schemeClr val="tx1"/>
          </a:solidFill>
          <a:latin typeface="+mn-lt"/>
          <a:ea typeface="+mn-ea"/>
          <a:cs typeface="+mn-cs"/>
        </a:defRPr>
      </a:lvl2pPr>
      <a:lvl3pPr marL="4371975" indent="-874395" algn="l" defTabSz="3497580" rtl="0" eaLnBrk="1" latinLnBrk="1" hangingPunct="1">
        <a:spcBef>
          <a:spcPct val="20000"/>
        </a:spcBef>
        <a:buFont typeface="Arial" panose="020B0604020202020204" pitchFamily="34" charset="0"/>
        <a:buChar char="•"/>
        <a:defRPr sz="9200" kern="1200">
          <a:solidFill>
            <a:schemeClr val="tx1"/>
          </a:solidFill>
          <a:latin typeface="+mn-lt"/>
          <a:ea typeface="+mn-ea"/>
          <a:cs typeface="+mn-cs"/>
        </a:defRPr>
      </a:lvl3pPr>
      <a:lvl4pPr marL="612076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4pPr>
      <a:lvl5pPr marL="786955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5pPr>
      <a:lvl6pPr marL="961834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6pPr>
      <a:lvl7pPr marL="1136713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7pPr>
      <a:lvl8pPr marL="1311592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8pPr>
      <a:lvl9pPr marL="14864715" indent="-874395" algn="l" defTabSz="3497580" rtl="0" eaLnBrk="1" latinLnBrk="1" hangingPunct="1">
        <a:spcBef>
          <a:spcPct val="20000"/>
        </a:spcBef>
        <a:buFont typeface="Arial" panose="020B0604020202020204" pitchFamily="34" charset="0"/>
        <a:buChar char="•"/>
        <a:defRPr sz="7700" kern="1200">
          <a:solidFill>
            <a:schemeClr val="tx1"/>
          </a:solidFill>
          <a:latin typeface="+mn-lt"/>
          <a:ea typeface="+mn-ea"/>
          <a:cs typeface="+mn-cs"/>
        </a:defRPr>
      </a:lvl9pPr>
    </p:bodyStyle>
    <p:otherStyle>
      <a:defPPr>
        <a:defRPr lang="ko-KR"/>
      </a:defPPr>
      <a:lvl1pPr marL="0" algn="l" defTabSz="3497580" rtl="0" eaLnBrk="1" latinLnBrk="1" hangingPunct="1">
        <a:defRPr sz="6900" kern="1200">
          <a:solidFill>
            <a:schemeClr val="tx1"/>
          </a:solidFill>
          <a:latin typeface="+mn-lt"/>
          <a:ea typeface="+mn-ea"/>
          <a:cs typeface="+mn-cs"/>
        </a:defRPr>
      </a:lvl1pPr>
      <a:lvl2pPr marL="1748790" algn="l" defTabSz="3497580" rtl="0" eaLnBrk="1" latinLnBrk="1" hangingPunct="1">
        <a:defRPr sz="6900" kern="1200">
          <a:solidFill>
            <a:schemeClr val="tx1"/>
          </a:solidFill>
          <a:latin typeface="+mn-lt"/>
          <a:ea typeface="+mn-ea"/>
          <a:cs typeface="+mn-cs"/>
        </a:defRPr>
      </a:lvl2pPr>
      <a:lvl3pPr marL="3497580" algn="l" defTabSz="3497580" rtl="0" eaLnBrk="1" latinLnBrk="1" hangingPunct="1">
        <a:defRPr sz="6900" kern="1200">
          <a:solidFill>
            <a:schemeClr val="tx1"/>
          </a:solidFill>
          <a:latin typeface="+mn-lt"/>
          <a:ea typeface="+mn-ea"/>
          <a:cs typeface="+mn-cs"/>
        </a:defRPr>
      </a:lvl3pPr>
      <a:lvl4pPr marL="5246370" algn="l" defTabSz="3497580" rtl="0" eaLnBrk="1" latinLnBrk="1" hangingPunct="1">
        <a:defRPr sz="6900" kern="1200">
          <a:solidFill>
            <a:schemeClr val="tx1"/>
          </a:solidFill>
          <a:latin typeface="+mn-lt"/>
          <a:ea typeface="+mn-ea"/>
          <a:cs typeface="+mn-cs"/>
        </a:defRPr>
      </a:lvl4pPr>
      <a:lvl5pPr marL="6995160" algn="l" defTabSz="3497580" rtl="0" eaLnBrk="1" latinLnBrk="1" hangingPunct="1">
        <a:defRPr sz="6900" kern="1200">
          <a:solidFill>
            <a:schemeClr val="tx1"/>
          </a:solidFill>
          <a:latin typeface="+mn-lt"/>
          <a:ea typeface="+mn-ea"/>
          <a:cs typeface="+mn-cs"/>
        </a:defRPr>
      </a:lvl5pPr>
      <a:lvl6pPr marL="8743950" algn="l" defTabSz="3497580" rtl="0" eaLnBrk="1" latinLnBrk="1" hangingPunct="1">
        <a:defRPr sz="6900" kern="1200">
          <a:solidFill>
            <a:schemeClr val="tx1"/>
          </a:solidFill>
          <a:latin typeface="+mn-lt"/>
          <a:ea typeface="+mn-ea"/>
          <a:cs typeface="+mn-cs"/>
        </a:defRPr>
      </a:lvl6pPr>
      <a:lvl7pPr marL="10492740" algn="l" defTabSz="3497580" rtl="0" eaLnBrk="1" latinLnBrk="1" hangingPunct="1">
        <a:defRPr sz="6900" kern="1200">
          <a:solidFill>
            <a:schemeClr val="tx1"/>
          </a:solidFill>
          <a:latin typeface="+mn-lt"/>
          <a:ea typeface="+mn-ea"/>
          <a:cs typeface="+mn-cs"/>
        </a:defRPr>
      </a:lvl7pPr>
      <a:lvl8pPr marL="12241530" algn="l" defTabSz="3497580" rtl="0" eaLnBrk="1" latinLnBrk="1" hangingPunct="1">
        <a:defRPr sz="6900" kern="1200">
          <a:solidFill>
            <a:schemeClr val="tx1"/>
          </a:solidFill>
          <a:latin typeface="+mn-lt"/>
          <a:ea typeface="+mn-ea"/>
          <a:cs typeface="+mn-cs"/>
        </a:defRPr>
      </a:lvl8pPr>
      <a:lvl9pPr marL="13990320" algn="l" defTabSz="3497580" rtl="0" eaLnBrk="1" latinLnBrk="1" hangingPunct="1">
        <a:defRPr sz="6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openxmlformats.org/officeDocument/2006/relationships/hyperlink" Target="mailto:nam.nguyenduc@phenikaa-uni.edu.vn" TargetMode="External"/><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jpeg"/><Relationship Id="rId5" Type="http://schemas.openxmlformats.org/officeDocument/2006/relationships/image" Target="../media/image2.jpeg"/><Relationship Id="rId15" Type="http://schemas.openxmlformats.org/officeDocument/2006/relationships/image" Target="../media/image12.png"/><Relationship Id="rId10" Type="http://schemas.openxmlformats.org/officeDocument/2006/relationships/image" Target="../media/image7.jpe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7CCF3-9867-B9C5-A9F6-83750CF470D2}"/>
            </a:ext>
          </a:extLst>
        </p:cNvPr>
        <p:cNvGrpSpPr/>
        <p:nvPr/>
      </p:nvGrpSpPr>
      <p:grpSpPr>
        <a:xfrm>
          <a:off x="0" y="0"/>
          <a:ext cx="0" cy="0"/>
          <a:chOff x="0" y="0"/>
          <a:chExt cx="0" cy="0"/>
        </a:xfrm>
      </p:grpSpPr>
      <p:sp>
        <p:nvSpPr>
          <p:cNvPr id="6" name="직사각형 69">
            <a:extLst>
              <a:ext uri="{FF2B5EF4-FFF2-40B4-BE49-F238E27FC236}">
                <a16:creationId xmlns:a16="http://schemas.microsoft.com/office/drawing/2014/main" id="{A7850E3F-E7BF-FBBE-DB0E-244E16BE4F7D}"/>
              </a:ext>
            </a:extLst>
          </p:cNvPr>
          <p:cNvSpPr/>
          <p:nvPr/>
        </p:nvSpPr>
        <p:spPr>
          <a:xfrm>
            <a:off x="6290014" y="503884"/>
            <a:ext cx="18416004" cy="769441"/>
          </a:xfrm>
          <a:prstGeom prst="rect">
            <a:avLst/>
          </a:prstGeom>
        </p:spPr>
        <p:txBody>
          <a:bodyPr wrap="square">
            <a:spAutoFit/>
          </a:bodyPr>
          <a:lstStyle/>
          <a:p>
            <a:pPr algn="ctr"/>
            <a:r>
              <a:rPr lang="en-US" altLang="ko-KR" sz="4400" b="1">
                <a:solidFill>
                  <a:srgbClr val="C00000"/>
                </a:solidFill>
                <a:latin typeface="Arial" panose="020B0604020202020204" pitchFamily="34" charset="0"/>
                <a:cs typeface="Arial" panose="020B0604020202020204" pitchFamily="34" charset="0"/>
              </a:rPr>
              <a:t>Ứng dụng cảm biến màu để phân loại phôi di chuyển tốc độ cao</a:t>
            </a:r>
            <a:endParaRPr lang="en-US" altLang="ko-KR" sz="4400" b="1" dirty="0">
              <a:solidFill>
                <a:srgbClr val="C00000"/>
              </a:solidFill>
              <a:latin typeface="Arial" panose="020B0604020202020204" pitchFamily="34" charset="0"/>
              <a:cs typeface="Arial" panose="020B0604020202020204" pitchFamily="34" charset="0"/>
            </a:endParaRPr>
          </a:p>
        </p:txBody>
      </p:sp>
      <p:sp>
        <p:nvSpPr>
          <p:cNvPr id="7" name="직사각형 4">
            <a:extLst>
              <a:ext uri="{FF2B5EF4-FFF2-40B4-BE49-F238E27FC236}">
                <a16:creationId xmlns:a16="http://schemas.microsoft.com/office/drawing/2014/main" id="{050088B2-A9DF-6B11-25B5-580BD8A74C9C}"/>
              </a:ext>
            </a:extLst>
          </p:cNvPr>
          <p:cNvSpPr/>
          <p:nvPr/>
        </p:nvSpPr>
        <p:spPr>
          <a:xfrm>
            <a:off x="8440576" y="1654481"/>
            <a:ext cx="12973838" cy="2123658"/>
          </a:xfrm>
          <a:prstGeom prst="rect">
            <a:avLst/>
          </a:prstGeom>
        </p:spPr>
        <p:txBody>
          <a:bodyPr wrap="square">
            <a:spAutoFit/>
          </a:bodyPr>
          <a:lstStyle/>
          <a:p>
            <a:pPr algn="ctr"/>
            <a:r>
              <a:rPr lang="en-US" altLang="ko-KR" sz="3300" b="1">
                <a:latin typeface="Arial" panose="020B0604020202020204" pitchFamily="34" charset="0"/>
                <a:cs typeface="Arial" panose="020B0604020202020204" pitchFamily="34" charset="0"/>
              </a:rPr>
              <a:t>Hoàng Trung An (K16), Chu Bảng(K16), </a:t>
            </a:r>
            <a:endParaRPr lang="en-US" altLang="ko-KR" sz="3300" b="1" dirty="0">
              <a:latin typeface="Arial" panose="020B0604020202020204" pitchFamily="34" charset="0"/>
              <a:cs typeface="Arial" panose="020B0604020202020204" pitchFamily="34" charset="0"/>
            </a:endParaRPr>
          </a:p>
          <a:p>
            <a:pPr algn="ctr"/>
            <a:r>
              <a:rPr lang="en-US" altLang="ko-KR" sz="3300" b="1">
                <a:latin typeface="Arial" panose="020B0604020202020204" pitchFamily="34" charset="0"/>
                <a:cs typeface="Arial" panose="020B0604020202020204" pitchFamily="34" charset="0"/>
              </a:rPr>
              <a:t>Nguyễn Đức Bình (K16), </a:t>
            </a:r>
          </a:p>
          <a:p>
            <a:pPr algn="ctr"/>
            <a:r>
              <a:rPr lang="en-US" altLang="ko-KR" sz="3300">
                <a:latin typeface="Arial" panose="020B0604020202020204" pitchFamily="34" charset="0"/>
                <a:cs typeface="Arial" panose="020B0604020202020204" pitchFamily="34" charset="0"/>
              </a:rPr>
              <a:t>Giảng </a:t>
            </a:r>
            <a:r>
              <a:rPr lang="en-US" altLang="ko-KR" sz="3300" dirty="0" err="1">
                <a:latin typeface="Arial" panose="020B0604020202020204" pitchFamily="34" charset="0"/>
                <a:cs typeface="Arial" panose="020B0604020202020204" pitchFamily="34" charset="0"/>
              </a:rPr>
              <a:t>viên</a:t>
            </a:r>
            <a:r>
              <a:rPr lang="en-US" altLang="ko-KR" sz="3300" dirty="0">
                <a:latin typeface="Arial" panose="020B0604020202020204" pitchFamily="34" charset="0"/>
                <a:cs typeface="Arial" panose="020B0604020202020204" pitchFamily="34" charset="0"/>
              </a:rPr>
              <a:t> </a:t>
            </a:r>
            <a:r>
              <a:rPr lang="en-US" altLang="ko-KR" sz="3300" dirty="0" err="1">
                <a:latin typeface="Arial" panose="020B0604020202020204" pitchFamily="34" charset="0"/>
                <a:cs typeface="Arial" panose="020B0604020202020204" pitchFamily="34" charset="0"/>
              </a:rPr>
              <a:t>hướng</a:t>
            </a:r>
            <a:r>
              <a:rPr lang="en-US" altLang="ko-KR" sz="3300" dirty="0">
                <a:latin typeface="Arial" panose="020B0604020202020204" pitchFamily="34" charset="0"/>
                <a:cs typeface="Arial" panose="020B0604020202020204" pitchFamily="34" charset="0"/>
              </a:rPr>
              <a:t> </a:t>
            </a:r>
            <a:r>
              <a:rPr lang="en-US" altLang="ko-KR" sz="3300" dirty="0" err="1">
                <a:latin typeface="Arial" panose="020B0604020202020204" pitchFamily="34" charset="0"/>
                <a:cs typeface="Arial" panose="020B0604020202020204" pitchFamily="34" charset="0"/>
              </a:rPr>
              <a:t>dẫn</a:t>
            </a:r>
            <a:r>
              <a:rPr lang="en-US" altLang="ko-KR" sz="3300" dirty="0">
                <a:latin typeface="Arial" panose="020B0604020202020204" pitchFamily="34" charset="0"/>
                <a:cs typeface="Arial" panose="020B0604020202020204" pitchFamily="34" charset="0"/>
              </a:rPr>
              <a:t>: </a:t>
            </a:r>
            <a:r>
              <a:rPr lang="en-US" altLang="ko-KR" sz="3300" b="1" dirty="0">
                <a:latin typeface="Arial" panose="020B0604020202020204" pitchFamily="34" charset="0"/>
                <a:cs typeface="Arial" panose="020B0604020202020204" pitchFamily="34" charset="0"/>
              </a:rPr>
              <a:t>TS.</a:t>
            </a:r>
            <a:r>
              <a:rPr lang="en-US" altLang="ko-KR" sz="3300" dirty="0">
                <a:latin typeface="Arial" panose="020B0604020202020204" pitchFamily="34" charset="0"/>
                <a:cs typeface="Arial" panose="020B0604020202020204" pitchFamily="34" charset="0"/>
              </a:rPr>
              <a:t> </a:t>
            </a:r>
            <a:r>
              <a:rPr lang="en-US" altLang="ko-KR" sz="3300" b="1" dirty="0">
                <a:latin typeface="Arial" panose="020B0604020202020204" pitchFamily="34" charset="0"/>
                <a:cs typeface="Arial" panose="020B0604020202020204" pitchFamily="34" charset="0"/>
              </a:rPr>
              <a:t>Nguyễn Đức Nam</a:t>
            </a:r>
          </a:p>
          <a:p>
            <a:pPr algn="ctr"/>
            <a:r>
              <a:rPr lang="en-US" altLang="ko-KR" sz="3300">
                <a:latin typeface="Arial" panose="020B0604020202020204" pitchFamily="34" charset="0"/>
                <a:cs typeface="Arial" panose="020B0604020202020204" pitchFamily="34" charset="0"/>
              </a:rPr>
              <a:t>Email</a:t>
            </a:r>
            <a:r>
              <a:rPr lang="en-US" altLang="ko-KR" sz="3300" dirty="0">
                <a:latin typeface="Arial" panose="020B0604020202020204" pitchFamily="34" charset="0"/>
                <a:cs typeface="Arial" panose="020B0604020202020204" pitchFamily="34" charset="0"/>
              </a:rPr>
              <a:t>: </a:t>
            </a:r>
            <a:r>
              <a:rPr lang="en-US" altLang="ko-KR" sz="3300" i="1" u="sng" dirty="0">
                <a:solidFill>
                  <a:srgbClr val="3366FF"/>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nam.nguyenduc@phenikaa-uni.edu</a:t>
            </a:r>
            <a:r>
              <a:rPr lang="en-US" altLang="ko-KR" sz="3300" i="1" u="sng">
                <a:solidFill>
                  <a:srgbClr val="3366FF"/>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.vn</a:t>
            </a:r>
            <a:endParaRPr lang="en-US" altLang="ko-KR" sz="3300" i="1" u="sng" dirty="0">
              <a:solidFill>
                <a:srgbClr val="3366FF"/>
              </a:solidFill>
              <a:latin typeface="Arial" panose="020B0604020202020204" pitchFamily="34" charset="0"/>
              <a:cs typeface="Arial" panose="020B0604020202020204" pitchFamily="34" charset="0"/>
            </a:endParaRPr>
          </a:p>
        </p:txBody>
      </p:sp>
      <p:sp>
        <p:nvSpPr>
          <p:cNvPr id="8" name="Line 87">
            <a:extLst>
              <a:ext uri="{FF2B5EF4-FFF2-40B4-BE49-F238E27FC236}">
                <a16:creationId xmlns:a16="http://schemas.microsoft.com/office/drawing/2014/main" id="{4EA84DE4-8236-A3AB-8025-85C77B4274FA}"/>
              </a:ext>
            </a:extLst>
          </p:cNvPr>
          <p:cNvSpPr>
            <a:spLocks noChangeShapeType="1"/>
          </p:cNvSpPr>
          <p:nvPr/>
        </p:nvSpPr>
        <p:spPr bwMode="auto">
          <a:xfrm>
            <a:off x="484355" y="4541732"/>
            <a:ext cx="29388305" cy="29981"/>
          </a:xfrm>
          <a:prstGeom prst="line">
            <a:avLst/>
          </a:prstGeom>
          <a:noFill/>
          <a:ln w="63500">
            <a:solidFill>
              <a:srgbClr val="C900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0" tIns="108000" rIns="180000" bIns="108000"/>
          <a:lstStyle/>
          <a:p>
            <a:endParaRPr lang="ko-KR" altLang="en-US" dirty="0">
              <a:latin typeface="Arial" panose="020B0604020202020204" pitchFamily="34" charset="0"/>
              <a:cs typeface="Arial" panose="020B0604020202020204" pitchFamily="34" charset="0"/>
            </a:endParaRPr>
          </a:p>
        </p:txBody>
      </p:sp>
      <p:sp>
        <p:nvSpPr>
          <p:cNvPr id="9" name="Text Box 13">
            <a:extLst>
              <a:ext uri="{FF2B5EF4-FFF2-40B4-BE49-F238E27FC236}">
                <a16:creationId xmlns:a16="http://schemas.microsoft.com/office/drawing/2014/main" id="{FACE0C72-B685-28EA-CC48-09083021D0D3}"/>
              </a:ext>
            </a:extLst>
          </p:cNvPr>
          <p:cNvSpPr txBox="1">
            <a:spLocks noChangeArrowheads="1"/>
          </p:cNvSpPr>
          <p:nvPr/>
        </p:nvSpPr>
        <p:spPr bwMode="auto">
          <a:xfrm>
            <a:off x="483873" y="4848255"/>
            <a:ext cx="14293324" cy="697577"/>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CA" altLang="ko-KR" sz="3600" b="1" dirty="0">
                <a:solidFill>
                  <a:schemeClr val="bg1"/>
                </a:solidFill>
                <a:latin typeface="Arial" panose="020B0604020202020204" pitchFamily="34" charset="0"/>
                <a:ea typeface="굴림" charset="-127"/>
                <a:cs typeface="Arial" panose="020B0604020202020204" pitchFamily="34" charset="0"/>
              </a:rPr>
              <a:t>1. </a:t>
            </a:r>
            <a:r>
              <a:rPr lang="en-CA" altLang="ko-KR" sz="3600" b="1" dirty="0" err="1">
                <a:solidFill>
                  <a:schemeClr val="bg1"/>
                </a:solidFill>
                <a:latin typeface="Arial" panose="020B0604020202020204" pitchFamily="34" charset="0"/>
                <a:ea typeface="굴림" charset="-127"/>
                <a:cs typeface="Arial" panose="020B0604020202020204" pitchFamily="34" charset="0"/>
              </a:rPr>
              <a:t>Giới</a:t>
            </a:r>
            <a:r>
              <a:rPr lang="en-CA" altLang="ko-KR" sz="3600" b="1" dirty="0">
                <a:solidFill>
                  <a:schemeClr val="bg1"/>
                </a:solidFill>
                <a:latin typeface="Arial" panose="020B0604020202020204" pitchFamily="34" charset="0"/>
                <a:ea typeface="굴림" charset="-127"/>
                <a:cs typeface="Arial" panose="020B0604020202020204" pitchFamily="34" charset="0"/>
              </a:rPr>
              <a:t> </a:t>
            </a:r>
            <a:r>
              <a:rPr lang="en-CA" altLang="ko-KR" sz="3600" b="1" dirty="0" err="1">
                <a:solidFill>
                  <a:schemeClr val="bg1"/>
                </a:solidFill>
                <a:latin typeface="Arial" panose="020B0604020202020204" pitchFamily="34" charset="0"/>
                <a:ea typeface="굴림" charset="-127"/>
                <a:cs typeface="Arial" panose="020B0604020202020204" pitchFamily="34" charset="0"/>
              </a:rPr>
              <a:t>thiệu</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sp>
        <p:nvSpPr>
          <p:cNvPr id="10" name="Text Box 15">
            <a:extLst>
              <a:ext uri="{FF2B5EF4-FFF2-40B4-BE49-F238E27FC236}">
                <a16:creationId xmlns:a16="http://schemas.microsoft.com/office/drawing/2014/main" id="{D98DDC94-36D0-5DF9-ACB0-3202914BC6B7}"/>
              </a:ext>
            </a:extLst>
          </p:cNvPr>
          <p:cNvSpPr txBox="1">
            <a:spLocks noChangeArrowheads="1"/>
          </p:cNvSpPr>
          <p:nvPr/>
        </p:nvSpPr>
        <p:spPr bwMode="auto">
          <a:xfrm>
            <a:off x="377131" y="5545832"/>
            <a:ext cx="14400067" cy="5680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0" tIns="108000" rIns="180000" bIns="108000"/>
          <a:lstStyle>
            <a:lvl1pPr marL="457200" indent="-457200" defTabSz="4217988" eaLnBrk="0" hangingPunct="0">
              <a:spcBef>
                <a:spcPct val="20000"/>
              </a:spcBef>
              <a:defRPr sz="14700">
                <a:solidFill>
                  <a:schemeClr val="tx1"/>
                </a:solidFill>
                <a:latin typeface="Arial" charset="0"/>
                <a:cs typeface="Arial" charset="0"/>
              </a:defRPr>
            </a:lvl1pPr>
            <a:lvl2pPr marL="901700" indent="-265113" defTabSz="4217988" eaLnBrk="0" hangingPunct="0">
              <a:spcBef>
                <a:spcPct val="20000"/>
              </a:spcBef>
              <a:buChar char="–"/>
              <a:defRPr sz="12900">
                <a:solidFill>
                  <a:schemeClr val="tx1"/>
                </a:solidFill>
                <a:latin typeface="Arial" charset="0"/>
                <a:cs typeface="Arial" charset="0"/>
              </a:defRPr>
            </a:lvl2pPr>
            <a:lvl3pPr marL="1081088" indent="-1055688" defTabSz="4217988" eaLnBrk="0" hangingPunct="0">
              <a:spcBef>
                <a:spcPct val="20000"/>
              </a:spcBef>
              <a:defRPr sz="11100">
                <a:solidFill>
                  <a:schemeClr val="tx1"/>
                </a:solidFill>
                <a:latin typeface="Arial" charset="0"/>
                <a:cs typeface="Arial" charset="0"/>
              </a:defRPr>
            </a:lvl3pPr>
            <a:lvl4pPr marL="1385888" indent="-1055688" defTabSz="4217988" eaLnBrk="0" hangingPunct="0">
              <a:spcBef>
                <a:spcPct val="20000"/>
              </a:spcBef>
              <a:buChar char="–"/>
              <a:defRPr sz="9200">
                <a:solidFill>
                  <a:schemeClr val="tx1"/>
                </a:solidFill>
                <a:latin typeface="Arial" charset="0"/>
                <a:cs typeface="Arial" charset="0"/>
              </a:defRPr>
            </a:lvl4pPr>
            <a:lvl5pPr marL="1847850" indent="-1052513" defTabSz="4217988" eaLnBrk="0" hangingPunct="0">
              <a:spcBef>
                <a:spcPct val="20000"/>
              </a:spcBef>
              <a:buChar char="»"/>
              <a:defRPr sz="9200">
                <a:solidFill>
                  <a:schemeClr val="tx1"/>
                </a:solidFill>
                <a:latin typeface="Arial" charset="0"/>
                <a:cs typeface="Arial" charset="0"/>
              </a:defRPr>
            </a:lvl5pPr>
            <a:lvl6pPr marL="2305050" indent="-1052513" defTabSz="4217988" eaLnBrk="0" fontAlgn="base" hangingPunct="0">
              <a:spcBef>
                <a:spcPct val="20000"/>
              </a:spcBef>
              <a:spcAft>
                <a:spcPct val="0"/>
              </a:spcAft>
              <a:buChar char="»"/>
              <a:defRPr sz="9200">
                <a:solidFill>
                  <a:schemeClr val="tx1"/>
                </a:solidFill>
                <a:latin typeface="Arial" charset="0"/>
                <a:cs typeface="Arial" charset="0"/>
              </a:defRPr>
            </a:lvl6pPr>
            <a:lvl7pPr marL="2762250" indent="-1052513" defTabSz="4217988" eaLnBrk="0" fontAlgn="base" hangingPunct="0">
              <a:spcBef>
                <a:spcPct val="20000"/>
              </a:spcBef>
              <a:spcAft>
                <a:spcPct val="0"/>
              </a:spcAft>
              <a:buChar char="»"/>
              <a:defRPr sz="9200">
                <a:solidFill>
                  <a:schemeClr val="tx1"/>
                </a:solidFill>
                <a:latin typeface="Arial" charset="0"/>
                <a:cs typeface="Arial" charset="0"/>
              </a:defRPr>
            </a:lvl7pPr>
            <a:lvl8pPr marL="3219450" indent="-1052513" defTabSz="4217988" eaLnBrk="0" fontAlgn="base" hangingPunct="0">
              <a:spcBef>
                <a:spcPct val="20000"/>
              </a:spcBef>
              <a:spcAft>
                <a:spcPct val="0"/>
              </a:spcAft>
              <a:buChar char="»"/>
              <a:defRPr sz="9200">
                <a:solidFill>
                  <a:schemeClr val="tx1"/>
                </a:solidFill>
                <a:latin typeface="Arial" charset="0"/>
                <a:cs typeface="Arial" charset="0"/>
              </a:defRPr>
            </a:lvl8pPr>
            <a:lvl9pPr marL="3676650" indent="-1052513" defTabSz="4217988" eaLnBrk="0" fontAlgn="base" hangingPunct="0">
              <a:spcBef>
                <a:spcPct val="20000"/>
              </a:spcBef>
              <a:spcAft>
                <a:spcPct val="0"/>
              </a:spcAft>
              <a:buChar char="»"/>
              <a:defRPr sz="9200">
                <a:solidFill>
                  <a:schemeClr val="tx1"/>
                </a:solidFill>
                <a:latin typeface="Arial" charset="0"/>
                <a:cs typeface="Arial" charset="0"/>
              </a:defRPr>
            </a:lvl9pPr>
          </a:lstStyle>
          <a:p>
            <a:pPr algn="just" fontAlgn="base" latinLnBrk="0">
              <a:lnSpc>
                <a:spcPct val="130000"/>
              </a:lnSpc>
              <a:spcBef>
                <a:spcPts val="600"/>
              </a:spcBef>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Nhu cầu tự động hóa trong công nghiệp yêu cầu phân loại phôi màu tốc độ cao và chính xác.</a:t>
            </a:r>
            <a:r>
              <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Phương pháp thủ công hoặc dùng quang điện đơn giản bị giới hạn bởi tốc độ và độ tin cậy.</a:t>
            </a:r>
            <a:endParaRPr lang="en-US" sz="3200" dirty="0">
              <a:latin typeface="Arial" panose="020B0604020202020204" pitchFamily="34" charset="0"/>
              <a:cs typeface="Arial" panose="020B0604020202020204" pitchFamily="34" charset="0"/>
            </a:endParaRPr>
          </a:p>
        </p:txBody>
      </p:sp>
      <p:sp>
        <p:nvSpPr>
          <p:cNvPr id="11" name="Text Box 13">
            <a:extLst>
              <a:ext uri="{FF2B5EF4-FFF2-40B4-BE49-F238E27FC236}">
                <a16:creationId xmlns:a16="http://schemas.microsoft.com/office/drawing/2014/main" id="{22B996F1-AEC3-82C1-CD90-2AA526D9A69B}"/>
              </a:ext>
            </a:extLst>
          </p:cNvPr>
          <p:cNvSpPr txBox="1">
            <a:spLocks noChangeArrowheads="1"/>
          </p:cNvSpPr>
          <p:nvPr/>
        </p:nvSpPr>
        <p:spPr bwMode="auto">
          <a:xfrm>
            <a:off x="15498016" y="4850402"/>
            <a:ext cx="14231986" cy="696234"/>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CA" altLang="ko-KR" sz="3600" b="1" dirty="0">
                <a:solidFill>
                  <a:schemeClr val="bg1"/>
                </a:solidFill>
                <a:latin typeface="Arial" panose="020B0604020202020204" pitchFamily="34" charset="0"/>
                <a:ea typeface="굴림" charset="-127"/>
                <a:cs typeface="Arial" panose="020B0604020202020204" pitchFamily="34" charset="0"/>
              </a:rPr>
              <a:t>2. </a:t>
            </a:r>
            <a:r>
              <a:rPr lang="en-CA" altLang="ko-KR" sz="3600" b="1" dirty="0" err="1">
                <a:solidFill>
                  <a:schemeClr val="bg1"/>
                </a:solidFill>
                <a:latin typeface="Arial" panose="020B0604020202020204" pitchFamily="34" charset="0"/>
                <a:ea typeface="굴림" charset="-127"/>
                <a:cs typeface="Arial" panose="020B0604020202020204" pitchFamily="34" charset="0"/>
              </a:rPr>
              <a:t>Mục</a:t>
            </a:r>
            <a:r>
              <a:rPr lang="en-CA" altLang="ko-KR" sz="3600" b="1" dirty="0">
                <a:solidFill>
                  <a:schemeClr val="bg1"/>
                </a:solidFill>
                <a:latin typeface="Arial" panose="020B0604020202020204" pitchFamily="34" charset="0"/>
                <a:ea typeface="굴림" charset="-127"/>
                <a:cs typeface="Arial" panose="020B0604020202020204" pitchFamily="34" charset="0"/>
              </a:rPr>
              <a:t> </a:t>
            </a:r>
            <a:r>
              <a:rPr lang="en-CA" altLang="ko-KR" sz="3600" b="1" dirty="0" err="1">
                <a:solidFill>
                  <a:schemeClr val="bg1"/>
                </a:solidFill>
                <a:latin typeface="Arial" panose="020B0604020202020204" pitchFamily="34" charset="0"/>
                <a:ea typeface="굴림" charset="-127"/>
                <a:cs typeface="Arial" panose="020B0604020202020204" pitchFamily="34" charset="0"/>
              </a:rPr>
              <a:t>tiêu</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sp>
        <p:nvSpPr>
          <p:cNvPr id="19" name="Text Box 13">
            <a:extLst>
              <a:ext uri="{FF2B5EF4-FFF2-40B4-BE49-F238E27FC236}">
                <a16:creationId xmlns:a16="http://schemas.microsoft.com/office/drawing/2014/main" id="{6AEB5F26-2DBB-0EB9-AD47-FD5DC957E61C}"/>
              </a:ext>
            </a:extLst>
          </p:cNvPr>
          <p:cNvSpPr txBox="1">
            <a:spLocks noChangeArrowheads="1"/>
          </p:cNvSpPr>
          <p:nvPr/>
        </p:nvSpPr>
        <p:spPr bwMode="auto">
          <a:xfrm>
            <a:off x="544550" y="13824101"/>
            <a:ext cx="14257584" cy="731520"/>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CA" altLang="ko-KR" sz="3600" b="1" dirty="0">
                <a:solidFill>
                  <a:schemeClr val="bg1"/>
                </a:solidFill>
                <a:latin typeface="Arial" panose="020B0604020202020204" pitchFamily="34" charset="0"/>
                <a:ea typeface="굴림" charset="-127"/>
                <a:cs typeface="Arial" panose="020B0604020202020204" pitchFamily="34" charset="0"/>
              </a:rPr>
              <a:t>3</a:t>
            </a:r>
            <a:r>
              <a:rPr lang="en-CA" altLang="ko-KR" sz="3600" b="1">
                <a:solidFill>
                  <a:schemeClr val="bg1"/>
                </a:solidFill>
                <a:latin typeface="Arial" panose="020B0604020202020204" pitchFamily="34" charset="0"/>
                <a:ea typeface="굴림" charset="-127"/>
                <a:cs typeface="Arial" panose="020B0604020202020204" pitchFamily="34" charset="0"/>
              </a:rPr>
              <a:t>. </a:t>
            </a:r>
            <a:r>
              <a:rPr lang="vi-VN" altLang="ko-KR" sz="3600" b="1">
                <a:solidFill>
                  <a:schemeClr val="bg1"/>
                </a:solidFill>
                <a:latin typeface="Arial" panose="020B0604020202020204" pitchFamily="34" charset="0"/>
                <a:ea typeface="굴림" charset="-127"/>
                <a:cs typeface="Arial" panose="020B0604020202020204" pitchFamily="34" charset="0"/>
              </a:rPr>
              <a:t>PHƯƠNG PHÁP NGHIÊN CỨU</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sp>
        <p:nvSpPr>
          <p:cNvPr id="36" name="Text Box 13">
            <a:extLst>
              <a:ext uri="{FF2B5EF4-FFF2-40B4-BE49-F238E27FC236}">
                <a16:creationId xmlns:a16="http://schemas.microsoft.com/office/drawing/2014/main" id="{94482353-ED2A-C3BA-A046-FBB4265285BC}"/>
              </a:ext>
            </a:extLst>
          </p:cNvPr>
          <p:cNvSpPr txBox="1">
            <a:spLocks noChangeArrowheads="1"/>
          </p:cNvSpPr>
          <p:nvPr/>
        </p:nvSpPr>
        <p:spPr bwMode="auto">
          <a:xfrm>
            <a:off x="15539021" y="29974379"/>
            <a:ext cx="14124377" cy="636088"/>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US" altLang="ko-KR" sz="3600" b="1" dirty="0">
                <a:solidFill>
                  <a:schemeClr val="bg1"/>
                </a:solidFill>
                <a:latin typeface="Arial" panose="020B0604020202020204" pitchFamily="34" charset="0"/>
                <a:ea typeface="굴림" charset="-127"/>
                <a:cs typeface="Arial" panose="020B0604020202020204" pitchFamily="34" charset="0"/>
              </a:rPr>
              <a:t>6. </a:t>
            </a:r>
            <a:r>
              <a:rPr lang="en-US" altLang="ko-KR" sz="3600" b="1" dirty="0" err="1">
                <a:solidFill>
                  <a:schemeClr val="bg1"/>
                </a:solidFill>
                <a:latin typeface="Arial" panose="020B0604020202020204" pitchFamily="34" charset="0"/>
                <a:ea typeface="굴림" charset="-127"/>
                <a:cs typeface="Arial" panose="020B0604020202020204" pitchFamily="34" charset="0"/>
              </a:rPr>
              <a:t>Tổng</a:t>
            </a:r>
            <a:r>
              <a:rPr lang="en-US" altLang="ko-KR" sz="3600" b="1" dirty="0">
                <a:solidFill>
                  <a:schemeClr val="bg1"/>
                </a:solidFill>
                <a:latin typeface="Arial" panose="020B0604020202020204" pitchFamily="34" charset="0"/>
                <a:ea typeface="굴림" charset="-127"/>
                <a:cs typeface="Arial" panose="020B0604020202020204" pitchFamily="34" charset="0"/>
              </a:rPr>
              <a:t> </a:t>
            </a:r>
            <a:r>
              <a:rPr lang="en-US" altLang="ko-KR" sz="3600" b="1" dirty="0" err="1">
                <a:solidFill>
                  <a:schemeClr val="bg1"/>
                </a:solidFill>
                <a:latin typeface="Arial" panose="020B0604020202020204" pitchFamily="34" charset="0"/>
                <a:ea typeface="굴림" charset="-127"/>
                <a:cs typeface="Arial" panose="020B0604020202020204" pitchFamily="34" charset="0"/>
              </a:rPr>
              <a:t>kết</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sp>
        <p:nvSpPr>
          <p:cNvPr id="40" name="Line 87">
            <a:extLst>
              <a:ext uri="{FF2B5EF4-FFF2-40B4-BE49-F238E27FC236}">
                <a16:creationId xmlns:a16="http://schemas.microsoft.com/office/drawing/2014/main" id="{13B4C7E0-7A8D-DB4E-D600-8B6506C76949}"/>
              </a:ext>
            </a:extLst>
          </p:cNvPr>
          <p:cNvSpPr>
            <a:spLocks noChangeShapeType="1"/>
          </p:cNvSpPr>
          <p:nvPr/>
        </p:nvSpPr>
        <p:spPr bwMode="auto">
          <a:xfrm>
            <a:off x="15472418" y="35731473"/>
            <a:ext cx="14211718" cy="0"/>
          </a:xfrm>
          <a:prstGeom prst="line">
            <a:avLst/>
          </a:prstGeom>
          <a:noFill/>
          <a:ln w="63500">
            <a:solidFill>
              <a:srgbClr val="C9005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0" tIns="108000" rIns="180000" bIns="108000"/>
          <a:lstStyle/>
          <a:p>
            <a:endParaRPr lang="ko-KR" altLang="en-US">
              <a:latin typeface="Arial" panose="020B0604020202020204" pitchFamily="34" charset="0"/>
              <a:cs typeface="Arial" panose="020B0604020202020204" pitchFamily="34" charset="0"/>
            </a:endParaRPr>
          </a:p>
        </p:txBody>
      </p:sp>
      <p:sp>
        <p:nvSpPr>
          <p:cNvPr id="50" name="Text Box 13">
            <a:extLst>
              <a:ext uri="{FF2B5EF4-FFF2-40B4-BE49-F238E27FC236}">
                <a16:creationId xmlns:a16="http://schemas.microsoft.com/office/drawing/2014/main" id="{A1F26276-E00B-F2BF-6FC7-0C8B3DA614DF}"/>
              </a:ext>
            </a:extLst>
          </p:cNvPr>
          <p:cNvSpPr txBox="1">
            <a:spLocks noChangeArrowheads="1"/>
          </p:cNvSpPr>
          <p:nvPr/>
        </p:nvSpPr>
        <p:spPr bwMode="auto">
          <a:xfrm>
            <a:off x="682012" y="28519870"/>
            <a:ext cx="14163878" cy="690351"/>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CA" altLang="ko-KR" sz="3600" b="1" dirty="0">
                <a:solidFill>
                  <a:schemeClr val="bg1"/>
                </a:solidFill>
                <a:latin typeface="Arial" panose="020B0604020202020204" pitchFamily="34" charset="0"/>
                <a:ea typeface="굴림" charset="-127"/>
                <a:cs typeface="Arial" panose="020B0604020202020204" pitchFamily="34" charset="0"/>
              </a:rPr>
              <a:t>5</a:t>
            </a:r>
            <a:r>
              <a:rPr lang="en-CA" altLang="ko-KR" sz="3600" b="1">
                <a:solidFill>
                  <a:schemeClr val="bg1"/>
                </a:solidFill>
                <a:latin typeface="Arial" panose="020B0604020202020204" pitchFamily="34" charset="0"/>
                <a:ea typeface="굴림" charset="-127"/>
                <a:cs typeface="Arial" panose="020B0604020202020204" pitchFamily="34" charset="0"/>
              </a:rPr>
              <a:t>. </a:t>
            </a:r>
            <a:r>
              <a:rPr lang="vi-VN" altLang="ko-KR" sz="3600" b="1">
                <a:solidFill>
                  <a:schemeClr val="bg1"/>
                </a:solidFill>
                <a:latin typeface="Arial" panose="020B0604020202020204" pitchFamily="34" charset="0"/>
                <a:ea typeface="굴림" charset="-127"/>
                <a:cs typeface="Arial" panose="020B0604020202020204" pitchFamily="34" charset="0"/>
              </a:rPr>
              <a:t>HƯỚNG PHÁT TRIỂN</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sp>
        <p:nvSpPr>
          <p:cNvPr id="71" name="TextBox 70">
            <a:extLst>
              <a:ext uri="{FF2B5EF4-FFF2-40B4-BE49-F238E27FC236}">
                <a16:creationId xmlns:a16="http://schemas.microsoft.com/office/drawing/2014/main" id="{50BF13BA-58F4-D788-4DBF-088CF11B4319}"/>
              </a:ext>
            </a:extLst>
          </p:cNvPr>
          <p:cNvSpPr txBox="1"/>
          <p:nvPr/>
        </p:nvSpPr>
        <p:spPr>
          <a:xfrm>
            <a:off x="15327323" y="31001690"/>
            <a:ext cx="14317111" cy="4338560"/>
          </a:xfrm>
          <a:prstGeom prst="rect">
            <a:avLst/>
          </a:prstGeom>
          <a:noFill/>
        </p:spPr>
        <p:txBody>
          <a:bodyPr wrap="square" rtlCol="0">
            <a:spAutoFit/>
          </a:bodyPr>
          <a:lstStyle/>
          <a:p>
            <a:pPr marL="457200" indent="-457200" algn="just" latinLnBrk="0" hangingPunct="0">
              <a:lnSpc>
                <a:spcPct val="130000"/>
              </a:lnSpc>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Mô hình đĩa quay là phương pháp thử nghiệm hiệu quả, cho phép đánh giá chính xác giới hạn kỹ thuật của cảm biến trước khi triển khai thực tế.</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457200" indent="-457200" algn="just" latinLnBrk="0" hangingPunct="0">
              <a:lnSpc>
                <a:spcPct val="130000"/>
              </a:lnSpc>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Việc lựa chọn cảm biến cần dựa trên sự cân bằng giữa yêu cầu về tốc độ và loại thông tin cần xử lý để đảm bảo tính kinh tế và hiệu quả vận hành.</a:t>
            </a:r>
            <a:endParaRPr lang="en-US" sz="3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14" name="TextBox 113">
            <a:extLst>
              <a:ext uri="{FF2B5EF4-FFF2-40B4-BE49-F238E27FC236}">
                <a16:creationId xmlns:a16="http://schemas.microsoft.com/office/drawing/2014/main" id="{9D3BFF6E-ECC1-D998-9417-2E216FF109B4}"/>
              </a:ext>
            </a:extLst>
          </p:cNvPr>
          <p:cNvSpPr txBox="1"/>
          <p:nvPr/>
        </p:nvSpPr>
        <p:spPr>
          <a:xfrm>
            <a:off x="15472418" y="5627516"/>
            <a:ext cx="14257584" cy="4476290"/>
          </a:xfrm>
          <a:prstGeom prst="rect">
            <a:avLst/>
          </a:prstGeom>
          <a:noFill/>
        </p:spPr>
        <p:txBody>
          <a:bodyPr wrap="square" rtlCol="0">
            <a:spAutoFit/>
          </a:bodyPr>
          <a:lstStyle/>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Khảo sát và đánh giá giới hạn kỹ thuật của hai loại cảm biến: Cảm </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15000"/>
              </a:lnSpc>
              <a:spcBef>
                <a:spcPts val="600"/>
              </a:spcBef>
              <a:spcAft>
                <a:spcPts val="600"/>
              </a:spcAft>
            </a:pPr>
            <a:r>
              <a:rPr lang="en-US" sz="3600">
                <a:solidFill>
                  <a:srgbClr val="000000"/>
                </a:solidFill>
                <a:latin typeface="Arial" panose="020B0604020202020204" pitchFamily="34" charset="0"/>
                <a:ea typeface="Calibri" panose="020F0502020204030204" pitchFamily="34" charset="0"/>
                <a:cs typeface="Arial" panose="020B0604020202020204" pitchFamily="34" charset="0"/>
              </a:rPr>
              <a:t>     </a:t>
            </a: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biến màu Keyence CZV1 và cảm biến tương phản SICK KT5W.</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Xác định vận tốc tuyến tính tối đa mà mỗi loại cảm biến vẫn đảm </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algn="just">
              <a:lnSpc>
                <a:spcPct val="115000"/>
              </a:lnSpc>
              <a:spcBef>
                <a:spcPts val="600"/>
              </a:spcBef>
              <a:spcAft>
                <a:spcPts val="600"/>
              </a:spcAft>
            </a:pPr>
            <a:r>
              <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bảo độ chính xác 100%.</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Xây dựng mô hình thử nghiệm linh hoạt, cho phép mô phỏng các kịch bản tốc độ khác nhau trong phòng thí nghiệm.</a:t>
            </a:r>
            <a:endParaRPr lang="en-US" sz="3200" dirty="0">
              <a:latin typeface="Arial" panose="020B0604020202020204" pitchFamily="34" charset="0"/>
              <a:cs typeface="Arial" panose="020B0604020202020204" pitchFamily="34" charset="0"/>
            </a:endParaRPr>
          </a:p>
        </p:txBody>
      </p:sp>
      <p:sp>
        <p:nvSpPr>
          <p:cNvPr id="180" name="Text Box 13">
            <a:extLst>
              <a:ext uri="{FF2B5EF4-FFF2-40B4-BE49-F238E27FC236}">
                <a16:creationId xmlns:a16="http://schemas.microsoft.com/office/drawing/2014/main" id="{9AA08052-958B-6DD8-40E8-44138D88B69A}"/>
              </a:ext>
            </a:extLst>
          </p:cNvPr>
          <p:cNvSpPr txBox="1">
            <a:spLocks noChangeArrowheads="1"/>
          </p:cNvSpPr>
          <p:nvPr/>
        </p:nvSpPr>
        <p:spPr bwMode="auto">
          <a:xfrm>
            <a:off x="15544900" y="14414373"/>
            <a:ext cx="14139236" cy="731520"/>
          </a:xfrm>
          <a:prstGeom prst="rect">
            <a:avLst/>
          </a:prstGeom>
          <a:solidFill>
            <a:srgbClr val="C9005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tIns="108000" rIns="180000" bIns="108000" anchor="ctr"/>
          <a:lstStyle>
            <a:lvl1pPr marL="346075" indent="-346075" defTabSz="4217988" eaLnBrk="0" hangingPunct="0">
              <a:spcBef>
                <a:spcPct val="20000"/>
              </a:spcBef>
              <a:defRPr sz="14700">
                <a:solidFill>
                  <a:schemeClr val="tx1"/>
                </a:solidFill>
                <a:latin typeface="Arial" charset="0"/>
                <a:cs typeface="Arial" charset="0"/>
              </a:defRPr>
            </a:lvl1pPr>
            <a:lvl2pPr marL="808038" indent="-346075" defTabSz="4217988" eaLnBrk="0" hangingPunct="0">
              <a:spcBef>
                <a:spcPct val="20000"/>
              </a:spcBef>
              <a:buChar char="–"/>
              <a:defRPr sz="12900">
                <a:solidFill>
                  <a:schemeClr val="tx1"/>
                </a:solidFill>
                <a:latin typeface="Arial" charset="0"/>
                <a:cs typeface="Arial" charset="0"/>
              </a:defRPr>
            </a:lvl2pPr>
            <a:lvl3pPr marL="1270000" indent="-346075" defTabSz="4217988" eaLnBrk="0" hangingPunct="0">
              <a:spcBef>
                <a:spcPct val="20000"/>
              </a:spcBef>
              <a:defRPr sz="11100">
                <a:solidFill>
                  <a:schemeClr val="tx1"/>
                </a:solidFill>
                <a:latin typeface="Arial" charset="0"/>
                <a:cs typeface="Arial" charset="0"/>
              </a:defRPr>
            </a:lvl3pPr>
            <a:lvl4pPr marL="1731963" indent="-346075" defTabSz="4217988" eaLnBrk="0" hangingPunct="0">
              <a:spcBef>
                <a:spcPct val="20000"/>
              </a:spcBef>
              <a:buChar char="–"/>
              <a:defRPr sz="9200">
                <a:solidFill>
                  <a:schemeClr val="tx1"/>
                </a:solidFill>
                <a:latin typeface="Arial" charset="0"/>
                <a:cs typeface="Arial" charset="0"/>
              </a:defRPr>
            </a:lvl4pPr>
            <a:lvl5pPr marL="2193925" indent="-346075" defTabSz="4217988" eaLnBrk="0" hangingPunct="0">
              <a:spcBef>
                <a:spcPct val="20000"/>
              </a:spcBef>
              <a:buChar char="»"/>
              <a:defRPr sz="9200">
                <a:solidFill>
                  <a:schemeClr val="tx1"/>
                </a:solidFill>
                <a:latin typeface="Arial" charset="0"/>
                <a:cs typeface="Arial" charset="0"/>
              </a:defRPr>
            </a:lvl5pPr>
            <a:lvl6pPr marL="2651125" indent="-346075" defTabSz="4217988" eaLnBrk="0" fontAlgn="base" hangingPunct="0">
              <a:spcBef>
                <a:spcPct val="20000"/>
              </a:spcBef>
              <a:spcAft>
                <a:spcPct val="0"/>
              </a:spcAft>
              <a:buChar char="»"/>
              <a:defRPr sz="9200">
                <a:solidFill>
                  <a:schemeClr val="tx1"/>
                </a:solidFill>
                <a:latin typeface="Arial" charset="0"/>
                <a:cs typeface="Arial" charset="0"/>
              </a:defRPr>
            </a:lvl6pPr>
            <a:lvl7pPr marL="3108325" indent="-346075" defTabSz="4217988" eaLnBrk="0" fontAlgn="base" hangingPunct="0">
              <a:spcBef>
                <a:spcPct val="20000"/>
              </a:spcBef>
              <a:spcAft>
                <a:spcPct val="0"/>
              </a:spcAft>
              <a:buChar char="»"/>
              <a:defRPr sz="9200">
                <a:solidFill>
                  <a:schemeClr val="tx1"/>
                </a:solidFill>
                <a:latin typeface="Arial" charset="0"/>
                <a:cs typeface="Arial" charset="0"/>
              </a:defRPr>
            </a:lvl7pPr>
            <a:lvl8pPr marL="3565525" indent="-346075" defTabSz="4217988" eaLnBrk="0" fontAlgn="base" hangingPunct="0">
              <a:spcBef>
                <a:spcPct val="20000"/>
              </a:spcBef>
              <a:spcAft>
                <a:spcPct val="0"/>
              </a:spcAft>
              <a:buChar char="»"/>
              <a:defRPr sz="9200">
                <a:solidFill>
                  <a:schemeClr val="tx1"/>
                </a:solidFill>
                <a:latin typeface="Arial" charset="0"/>
                <a:cs typeface="Arial" charset="0"/>
              </a:defRPr>
            </a:lvl8pPr>
            <a:lvl9pPr marL="4022725" indent="-346075" defTabSz="4217988" eaLnBrk="0" fontAlgn="base" hangingPunct="0">
              <a:spcBef>
                <a:spcPct val="20000"/>
              </a:spcBef>
              <a:spcAft>
                <a:spcPct val="0"/>
              </a:spcAft>
              <a:buChar char="»"/>
              <a:defRPr sz="9200">
                <a:solidFill>
                  <a:schemeClr val="tx1"/>
                </a:solidFill>
                <a:latin typeface="Arial" charset="0"/>
                <a:cs typeface="Arial" charset="0"/>
              </a:defRPr>
            </a:lvl9pPr>
          </a:lstStyle>
          <a:p>
            <a:pPr algn="ctr" eaLnBrk="1" hangingPunct="1">
              <a:spcBef>
                <a:spcPct val="50000"/>
              </a:spcBef>
              <a:buFontTx/>
              <a:buNone/>
            </a:pPr>
            <a:r>
              <a:rPr lang="en-CA" altLang="ko-KR" sz="3600" b="1" dirty="0">
                <a:solidFill>
                  <a:schemeClr val="bg1"/>
                </a:solidFill>
                <a:latin typeface="Arial" panose="020B0604020202020204" pitchFamily="34" charset="0"/>
                <a:ea typeface="굴림" charset="-127"/>
                <a:cs typeface="Arial" panose="020B0604020202020204" pitchFamily="34" charset="0"/>
              </a:rPr>
              <a:t>4</a:t>
            </a:r>
            <a:r>
              <a:rPr lang="en-CA" altLang="ko-KR" sz="3600" b="1">
                <a:solidFill>
                  <a:schemeClr val="bg1"/>
                </a:solidFill>
                <a:latin typeface="Arial" panose="020B0604020202020204" pitchFamily="34" charset="0"/>
                <a:ea typeface="굴림" charset="-127"/>
                <a:cs typeface="Arial" panose="020B0604020202020204" pitchFamily="34" charset="0"/>
              </a:rPr>
              <a:t>. KẾT QUẢ THỰC NGHIỆM</a:t>
            </a:r>
            <a:endParaRPr lang="en-CA" altLang="ko-KR" sz="3600" b="1" dirty="0">
              <a:solidFill>
                <a:schemeClr val="bg1"/>
              </a:solidFill>
              <a:latin typeface="Arial" panose="020B0604020202020204" pitchFamily="34" charset="0"/>
              <a:ea typeface="굴림" charset="-127"/>
              <a:cs typeface="Arial" panose="020B0604020202020204" pitchFamily="34" charset="0"/>
            </a:endParaRPr>
          </a:p>
        </p:txBody>
      </p:sp>
      <p:pic>
        <p:nvPicPr>
          <p:cNvPr id="75" name="Picture 74">
            <a:extLst>
              <a:ext uri="{FF2B5EF4-FFF2-40B4-BE49-F238E27FC236}">
                <a16:creationId xmlns:a16="http://schemas.microsoft.com/office/drawing/2014/main" id="{06FB59EB-DDD8-23E4-CD51-17E9A09F38AE}"/>
              </a:ext>
            </a:extLst>
          </p:cNvPr>
          <p:cNvPicPr>
            <a:picLocks noChangeAspect="1"/>
          </p:cNvPicPr>
          <p:nvPr/>
        </p:nvPicPr>
        <p:blipFill>
          <a:blip r:embed="rId4"/>
          <a:stretch>
            <a:fillRect/>
          </a:stretch>
        </p:blipFill>
        <p:spPr>
          <a:xfrm>
            <a:off x="395824" y="419424"/>
            <a:ext cx="3607679" cy="3582828"/>
          </a:xfrm>
          <a:prstGeom prst="rect">
            <a:avLst/>
          </a:prstGeom>
        </p:spPr>
      </p:pic>
      <p:sp>
        <p:nvSpPr>
          <p:cNvPr id="86" name="TextBox 85">
            <a:extLst>
              <a:ext uri="{FF2B5EF4-FFF2-40B4-BE49-F238E27FC236}">
                <a16:creationId xmlns:a16="http://schemas.microsoft.com/office/drawing/2014/main" id="{30EF34D2-C7E5-B42C-5C84-22B790584A44}"/>
              </a:ext>
            </a:extLst>
          </p:cNvPr>
          <p:cNvSpPr txBox="1"/>
          <p:nvPr/>
        </p:nvSpPr>
        <p:spPr>
          <a:xfrm>
            <a:off x="3786001" y="13238758"/>
            <a:ext cx="8312455" cy="480901"/>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1</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Ứng dụng cảm biến màu trong phân loại nhận diện</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5" name="Rounded Rectangle 95">
            <a:extLst>
              <a:ext uri="{FF2B5EF4-FFF2-40B4-BE49-F238E27FC236}">
                <a16:creationId xmlns:a16="http://schemas.microsoft.com/office/drawing/2014/main" id="{E61D97D5-DE8C-4FA0-63CE-511EB627C0F6}"/>
              </a:ext>
            </a:extLst>
          </p:cNvPr>
          <p:cNvSpPr/>
          <p:nvPr/>
        </p:nvSpPr>
        <p:spPr>
          <a:xfrm>
            <a:off x="321132" y="40232394"/>
            <a:ext cx="2437919" cy="1526998"/>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0000"/>
                </a:solidFill>
                <a:latin typeface="Arial" panose="020B0604020202020204" pitchFamily="34" charset="0"/>
                <a:cs typeface="Arial" panose="020B0604020202020204" pitchFamily="34" charset="0"/>
              </a:rPr>
              <a:t>Video </a:t>
            </a:r>
            <a:r>
              <a:rPr lang="en-US" sz="3200" b="1" dirty="0" err="1">
                <a:solidFill>
                  <a:srgbClr val="FF0000"/>
                </a:solidFill>
                <a:latin typeface="Arial" panose="020B0604020202020204" pitchFamily="34" charset="0"/>
                <a:cs typeface="Arial" panose="020B0604020202020204" pitchFamily="34" charset="0"/>
              </a:rPr>
              <a:t>thử</a:t>
            </a:r>
            <a:r>
              <a:rPr lang="en-US" sz="3200" b="1" dirty="0">
                <a:solidFill>
                  <a:srgbClr val="FF0000"/>
                </a:solidFill>
                <a:latin typeface="Arial" panose="020B0604020202020204" pitchFamily="34" charset="0"/>
                <a:cs typeface="Arial" panose="020B0604020202020204" pitchFamily="34" charset="0"/>
              </a:rPr>
              <a:t> </a:t>
            </a:r>
            <a:r>
              <a:rPr lang="en-US" sz="3200" b="1" dirty="0" err="1">
                <a:solidFill>
                  <a:srgbClr val="FF0000"/>
                </a:solidFill>
                <a:latin typeface="Arial" panose="020B0604020202020204" pitchFamily="34" charset="0"/>
                <a:cs typeface="Arial" panose="020B0604020202020204" pitchFamily="34" charset="0"/>
              </a:rPr>
              <a:t>nghiệm</a:t>
            </a:r>
            <a:r>
              <a:rPr lang="en-US" sz="3200" b="1" dirty="0">
                <a:solidFill>
                  <a:srgbClr val="FF0000"/>
                </a:solidFill>
                <a:latin typeface="Arial" panose="020B0604020202020204" pitchFamily="34" charset="0"/>
                <a:cs typeface="Arial" panose="020B0604020202020204" pitchFamily="34" charset="0"/>
              </a:rPr>
              <a:t>   </a:t>
            </a:r>
            <a:r>
              <a:rPr lang="en-US" sz="3200" b="1" dirty="0" err="1">
                <a:solidFill>
                  <a:srgbClr val="FF0000"/>
                </a:solidFill>
                <a:latin typeface="Arial" panose="020B0604020202020204" pitchFamily="34" charset="0"/>
                <a:cs typeface="Arial" panose="020B0604020202020204" pitchFamily="34" charset="0"/>
              </a:rPr>
              <a:t>mô</a:t>
            </a:r>
            <a:r>
              <a:rPr lang="en-US" sz="3200" b="1" dirty="0">
                <a:solidFill>
                  <a:srgbClr val="FF0000"/>
                </a:solidFill>
                <a:latin typeface="Arial" panose="020B0604020202020204" pitchFamily="34" charset="0"/>
                <a:cs typeface="Arial" panose="020B0604020202020204" pitchFamily="34" charset="0"/>
              </a:rPr>
              <a:t> </a:t>
            </a:r>
            <a:r>
              <a:rPr lang="en-US" sz="3200" b="1" dirty="0" err="1">
                <a:solidFill>
                  <a:srgbClr val="FF0000"/>
                </a:solidFill>
                <a:latin typeface="Arial" panose="020B0604020202020204" pitchFamily="34" charset="0"/>
                <a:cs typeface="Arial" panose="020B0604020202020204" pitchFamily="34" charset="0"/>
              </a:rPr>
              <a:t>hình</a:t>
            </a:r>
            <a:endParaRPr lang="en-US" sz="3200" b="1" dirty="0">
              <a:solidFill>
                <a:srgbClr val="FF0000"/>
              </a:solidFill>
              <a:latin typeface="Arial" panose="020B0604020202020204" pitchFamily="34" charset="0"/>
              <a:cs typeface="Arial" panose="020B0604020202020204" pitchFamily="34" charset="0"/>
            </a:endParaRPr>
          </a:p>
        </p:txBody>
      </p:sp>
      <p:pic>
        <p:nvPicPr>
          <p:cNvPr id="1026" name="Picture 2" descr="May be a graphic of text that says 'Phenikaa University'">
            <a:extLst>
              <a:ext uri="{FF2B5EF4-FFF2-40B4-BE49-F238E27FC236}">
                <a16:creationId xmlns:a16="http://schemas.microsoft.com/office/drawing/2014/main" id="{E1914391-3461-0087-A7F3-B6ABDDDFA1C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0574" t="39413" r="13151" b="33843"/>
          <a:stretch/>
        </p:blipFill>
        <p:spPr bwMode="auto">
          <a:xfrm>
            <a:off x="25377095" y="277613"/>
            <a:ext cx="4526657" cy="1587239"/>
          </a:xfrm>
          <a:prstGeom prst="rect">
            <a:avLst/>
          </a:prstGeom>
          <a:noFill/>
          <a:extLst>
            <a:ext uri="{909E8E84-426E-40DD-AFC4-6F175D3DCCD1}">
              <a14:hiddenFill xmlns:a14="http://schemas.microsoft.com/office/drawing/2010/main">
                <a:solidFill>
                  <a:srgbClr val="FFFFFF"/>
                </a:solidFill>
              </a14:hiddenFill>
            </a:ext>
          </a:extLst>
        </p:spPr>
      </p:pic>
      <p:sp>
        <p:nvSpPr>
          <p:cNvPr id="85" name="Arrow: Right 84">
            <a:extLst>
              <a:ext uri="{FF2B5EF4-FFF2-40B4-BE49-F238E27FC236}">
                <a16:creationId xmlns:a16="http://schemas.microsoft.com/office/drawing/2014/main" id="{34D2C70C-C085-C7F9-4F7B-C409CFF99B65}"/>
              </a:ext>
            </a:extLst>
          </p:cNvPr>
          <p:cNvSpPr/>
          <p:nvPr/>
        </p:nvSpPr>
        <p:spPr>
          <a:xfrm>
            <a:off x="2980666" y="40807647"/>
            <a:ext cx="577844" cy="37649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02E49E44-41F5-36DB-075B-609801BB1979}"/>
              </a:ext>
            </a:extLst>
          </p:cNvPr>
          <p:cNvSpPr txBox="1"/>
          <p:nvPr/>
        </p:nvSpPr>
        <p:spPr>
          <a:xfrm>
            <a:off x="15527433" y="13856744"/>
            <a:ext cx="8162360" cy="480901"/>
          </a:xfrm>
          <a:prstGeom prst="rect">
            <a:avLst/>
          </a:prstGeom>
          <a:noFill/>
        </p:spPr>
        <p:txBody>
          <a:bodyPr wrap="square">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2</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Cảm biến Keyence CZ-V1</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103" name="TextBox 102">
            <a:extLst>
              <a:ext uri="{FF2B5EF4-FFF2-40B4-BE49-F238E27FC236}">
                <a16:creationId xmlns:a16="http://schemas.microsoft.com/office/drawing/2014/main" id="{6AE2FAD6-B52D-D013-C51B-6F6C9FCDD74B}"/>
              </a:ext>
            </a:extLst>
          </p:cNvPr>
          <p:cNvSpPr txBox="1"/>
          <p:nvPr/>
        </p:nvSpPr>
        <p:spPr>
          <a:xfrm>
            <a:off x="15298878" y="15291214"/>
            <a:ext cx="14345556" cy="3048207"/>
          </a:xfrm>
          <a:prstGeom prst="rect">
            <a:avLst/>
          </a:prstGeom>
          <a:noFill/>
        </p:spPr>
        <p:txBody>
          <a:bodyPr wrap="square">
            <a:spAutoFit/>
          </a:bodyPr>
          <a:lstStyle/>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SICK KT5W: Hoạt động ổn định 100% ở mọi dải tốc độ</a:t>
            </a:r>
            <a:r>
              <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rPr>
              <a:t> </a:t>
            </a:r>
          </a:p>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Keyence CZV1: Bắt đầu sai sót khi vận tốc vượt quá 1.0 m/s.</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Kết luận: Cảm biến tương phản ưu việt hơn về tốc độ, cảm biến </a:t>
            </a:r>
            <a:endParaRPr lang="en-US" sz="3600">
              <a:solidFill>
                <a:srgbClr val="000000"/>
              </a:solidFill>
              <a:latin typeface="Arial" panose="020B0604020202020204" pitchFamily="34" charset="0"/>
              <a:ea typeface="Calibri" panose="020F0502020204030204" pitchFamily="34" charset="0"/>
              <a:cs typeface="Arial" panose="020B0604020202020204" pitchFamily="34" charset="0"/>
            </a:endParaRPr>
          </a:p>
          <a:p>
            <a:pPr algn="just">
              <a:lnSpc>
                <a:spcPct val="115000"/>
              </a:lnSpc>
              <a:spcBef>
                <a:spcPts val="600"/>
              </a:spcBef>
              <a:spcAft>
                <a:spcPts val="600"/>
              </a:spcAft>
            </a:pPr>
            <a:r>
              <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màu ưu việt hơn về độ chi tiết hình ảnh.</a:t>
            </a:r>
            <a:endParaRPr lang="en-US" sz="3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13" name="Text Box 15">
            <a:extLst>
              <a:ext uri="{FF2B5EF4-FFF2-40B4-BE49-F238E27FC236}">
                <a16:creationId xmlns:a16="http://schemas.microsoft.com/office/drawing/2014/main" id="{E968B0B8-DDEC-9564-C298-7770DBF1CC6A}"/>
              </a:ext>
            </a:extLst>
          </p:cNvPr>
          <p:cNvSpPr txBox="1">
            <a:spLocks noChangeArrowheads="1"/>
          </p:cNvSpPr>
          <p:nvPr/>
        </p:nvSpPr>
        <p:spPr bwMode="auto">
          <a:xfrm>
            <a:off x="15832103" y="35996819"/>
            <a:ext cx="13563811" cy="339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0" tIns="108000" rIns="180000" bIns="108000"/>
          <a:lstStyle>
            <a:lvl1pPr marL="457200" indent="-457200" defTabSz="4217988" eaLnBrk="0" hangingPunct="0">
              <a:spcBef>
                <a:spcPct val="20000"/>
              </a:spcBef>
              <a:defRPr sz="14700">
                <a:solidFill>
                  <a:schemeClr val="tx1"/>
                </a:solidFill>
                <a:latin typeface="Arial" charset="0"/>
                <a:cs typeface="Arial" charset="0"/>
              </a:defRPr>
            </a:lvl1pPr>
            <a:lvl2pPr marL="901700" indent="-265113" defTabSz="4217988" eaLnBrk="0" hangingPunct="0">
              <a:spcBef>
                <a:spcPct val="20000"/>
              </a:spcBef>
              <a:buChar char="–"/>
              <a:defRPr sz="12900">
                <a:solidFill>
                  <a:schemeClr val="tx1"/>
                </a:solidFill>
                <a:latin typeface="Arial" charset="0"/>
                <a:cs typeface="Arial" charset="0"/>
              </a:defRPr>
            </a:lvl2pPr>
            <a:lvl3pPr marL="1081088" indent="-1055688" defTabSz="4217988" eaLnBrk="0" hangingPunct="0">
              <a:spcBef>
                <a:spcPct val="20000"/>
              </a:spcBef>
              <a:defRPr sz="11100">
                <a:solidFill>
                  <a:schemeClr val="tx1"/>
                </a:solidFill>
                <a:latin typeface="Arial" charset="0"/>
                <a:cs typeface="Arial" charset="0"/>
              </a:defRPr>
            </a:lvl3pPr>
            <a:lvl4pPr marL="1385888" indent="-1055688" defTabSz="4217988" eaLnBrk="0" hangingPunct="0">
              <a:spcBef>
                <a:spcPct val="20000"/>
              </a:spcBef>
              <a:buChar char="–"/>
              <a:defRPr sz="9200">
                <a:solidFill>
                  <a:schemeClr val="tx1"/>
                </a:solidFill>
                <a:latin typeface="Arial" charset="0"/>
                <a:cs typeface="Arial" charset="0"/>
              </a:defRPr>
            </a:lvl4pPr>
            <a:lvl5pPr marL="1847850" indent="-1052513" defTabSz="4217988" eaLnBrk="0" hangingPunct="0">
              <a:spcBef>
                <a:spcPct val="20000"/>
              </a:spcBef>
              <a:buChar char="»"/>
              <a:defRPr sz="9200">
                <a:solidFill>
                  <a:schemeClr val="tx1"/>
                </a:solidFill>
                <a:latin typeface="Arial" charset="0"/>
                <a:cs typeface="Arial" charset="0"/>
              </a:defRPr>
            </a:lvl5pPr>
            <a:lvl6pPr marL="2305050" indent="-1052513" defTabSz="4217988" eaLnBrk="0" fontAlgn="base" hangingPunct="0">
              <a:spcBef>
                <a:spcPct val="20000"/>
              </a:spcBef>
              <a:spcAft>
                <a:spcPct val="0"/>
              </a:spcAft>
              <a:buChar char="»"/>
              <a:defRPr sz="9200">
                <a:solidFill>
                  <a:schemeClr val="tx1"/>
                </a:solidFill>
                <a:latin typeface="Arial" charset="0"/>
                <a:cs typeface="Arial" charset="0"/>
              </a:defRPr>
            </a:lvl6pPr>
            <a:lvl7pPr marL="2762250" indent="-1052513" defTabSz="4217988" eaLnBrk="0" fontAlgn="base" hangingPunct="0">
              <a:spcBef>
                <a:spcPct val="20000"/>
              </a:spcBef>
              <a:spcAft>
                <a:spcPct val="0"/>
              </a:spcAft>
              <a:buChar char="»"/>
              <a:defRPr sz="9200">
                <a:solidFill>
                  <a:schemeClr val="tx1"/>
                </a:solidFill>
                <a:latin typeface="Arial" charset="0"/>
                <a:cs typeface="Arial" charset="0"/>
              </a:defRPr>
            </a:lvl7pPr>
            <a:lvl8pPr marL="3219450" indent="-1052513" defTabSz="4217988" eaLnBrk="0" fontAlgn="base" hangingPunct="0">
              <a:spcBef>
                <a:spcPct val="20000"/>
              </a:spcBef>
              <a:spcAft>
                <a:spcPct val="0"/>
              </a:spcAft>
              <a:buChar char="»"/>
              <a:defRPr sz="9200">
                <a:solidFill>
                  <a:schemeClr val="tx1"/>
                </a:solidFill>
                <a:latin typeface="Arial" charset="0"/>
                <a:cs typeface="Arial" charset="0"/>
              </a:defRPr>
            </a:lvl8pPr>
            <a:lvl9pPr marL="3676650" indent="-1052513" defTabSz="4217988" eaLnBrk="0" fontAlgn="base" hangingPunct="0">
              <a:spcBef>
                <a:spcPct val="20000"/>
              </a:spcBef>
              <a:spcAft>
                <a:spcPct val="0"/>
              </a:spcAft>
              <a:buChar char="»"/>
              <a:defRPr sz="9200">
                <a:solidFill>
                  <a:schemeClr val="tx1"/>
                </a:solidFill>
                <a:latin typeface="Arial" charset="0"/>
                <a:cs typeface="Arial" charset="0"/>
              </a:defRPr>
            </a:lvl9pPr>
          </a:lstStyle>
          <a:p>
            <a:pPr marL="0" indent="0" algn="just" latinLnBrk="0">
              <a:lnSpc>
                <a:spcPct val="90000"/>
              </a:lnSpc>
              <a:spcBef>
                <a:spcPct val="50000"/>
              </a:spcBef>
            </a:pPr>
            <a:r>
              <a:rPr kumimoji="1" lang="en-US" altLang="ko-KR" sz="3600" b="1" dirty="0">
                <a:latin typeface="Arial" panose="020B0604020202020204" pitchFamily="34" charset="0"/>
                <a:ea typeface="굴림" charset="-127"/>
                <a:cs typeface="Arial" panose="020B0604020202020204" pitchFamily="34" charset="0"/>
              </a:rPr>
              <a:t>Tài </a:t>
            </a:r>
            <a:r>
              <a:rPr kumimoji="1" lang="en-US" altLang="ko-KR" sz="3600" b="1" dirty="0" err="1">
                <a:latin typeface="Arial" panose="020B0604020202020204" pitchFamily="34" charset="0"/>
                <a:ea typeface="굴림" charset="-127"/>
                <a:cs typeface="Arial" panose="020B0604020202020204" pitchFamily="34" charset="0"/>
              </a:rPr>
              <a:t>liệu</a:t>
            </a:r>
            <a:r>
              <a:rPr kumimoji="1" lang="en-US" altLang="ko-KR" sz="3600" b="1" dirty="0">
                <a:latin typeface="Arial" panose="020B0604020202020204" pitchFamily="34" charset="0"/>
                <a:ea typeface="굴림" charset="-127"/>
                <a:cs typeface="Arial" panose="020B0604020202020204" pitchFamily="34" charset="0"/>
              </a:rPr>
              <a:t> </a:t>
            </a:r>
            <a:r>
              <a:rPr kumimoji="1" lang="en-US" altLang="ko-KR" sz="3600" b="1" dirty="0" err="1">
                <a:latin typeface="Arial" panose="020B0604020202020204" pitchFamily="34" charset="0"/>
                <a:ea typeface="굴림" charset="-127"/>
                <a:cs typeface="Arial" panose="020B0604020202020204" pitchFamily="34" charset="0"/>
              </a:rPr>
              <a:t>tham</a:t>
            </a:r>
            <a:r>
              <a:rPr kumimoji="1" lang="en-US" altLang="ko-KR" sz="3600" b="1" dirty="0">
                <a:latin typeface="Arial" panose="020B0604020202020204" pitchFamily="34" charset="0"/>
                <a:ea typeface="굴림" charset="-127"/>
                <a:cs typeface="Arial" panose="020B0604020202020204" pitchFamily="34" charset="0"/>
              </a:rPr>
              <a:t> </a:t>
            </a:r>
            <a:r>
              <a:rPr kumimoji="1" lang="en-US" altLang="ko-KR" sz="3600" b="1" dirty="0" err="1">
                <a:latin typeface="Arial" panose="020B0604020202020204" pitchFamily="34" charset="0"/>
                <a:ea typeface="굴림" charset="-127"/>
                <a:cs typeface="Arial" panose="020B0604020202020204" pitchFamily="34" charset="0"/>
              </a:rPr>
              <a:t>khảo</a:t>
            </a:r>
            <a:endParaRPr kumimoji="1" lang="en-US" altLang="ko-KR" sz="3600" b="1" dirty="0">
              <a:latin typeface="Arial" panose="020B0604020202020204" pitchFamily="34" charset="0"/>
              <a:ea typeface="굴림" charset="-127"/>
              <a:cs typeface="Arial" panose="020B0604020202020204" pitchFamily="34" charset="0"/>
            </a:endParaRPr>
          </a:p>
          <a:p>
            <a:pPr latinLnBrk="0"/>
            <a:r>
              <a:rPr lang="en-US" sz="3000">
                <a:latin typeface="Arial" panose="020B0604020202020204" pitchFamily="34" charset="0"/>
                <a:cs typeface="Arial" panose="020B0604020202020204" pitchFamily="34" charset="0"/>
              </a:rPr>
              <a:t>[1] Keyence Corporation, CZ V1 Digital Color Sensor – User Manual and Datasheet, Keyence, Japan. </a:t>
            </a:r>
          </a:p>
          <a:p>
            <a:pPr latinLnBrk="0"/>
            <a:r>
              <a:rPr lang="en-US" sz="3000">
                <a:latin typeface="Arial" panose="020B0604020202020204" pitchFamily="34" charset="0"/>
                <a:cs typeface="Arial" panose="020B0604020202020204" pitchFamily="34" charset="0"/>
              </a:rPr>
              <a:t>[2] SICK AG, KT5W Color/Contrast Sensor – Technical Information, SICK Sensor Intelligence, Germany. </a:t>
            </a:r>
          </a:p>
          <a:p>
            <a:pPr latinLnBrk="0"/>
            <a:r>
              <a:rPr lang="vi-VN" sz="3000">
                <a:latin typeface="Arial" panose="020B0604020202020204" pitchFamily="34" charset="0"/>
                <a:cs typeface="Arial" panose="020B0604020202020204" pitchFamily="34" charset="0"/>
              </a:rPr>
              <a:t>[</a:t>
            </a:r>
            <a:r>
              <a:rPr lang="en-US" sz="3000">
                <a:latin typeface="Arial" panose="020B0604020202020204" pitchFamily="34" charset="0"/>
                <a:cs typeface="Arial" panose="020B0604020202020204" pitchFamily="34" charset="0"/>
              </a:rPr>
              <a:t>3</a:t>
            </a:r>
            <a:r>
              <a:rPr lang="vi-VN" sz="3000">
                <a:latin typeface="Arial" panose="020B0604020202020204" pitchFamily="34" charset="0"/>
                <a:cs typeface="Arial" panose="020B0604020202020204" pitchFamily="34" charset="0"/>
              </a:rPr>
              <a:t>] Hồ Mậu Việt, Lê Hoàng Hiệp, Mạc Thị Phương, “Research on Desigining color-based product classification system applying digital image processing technology”, TNU Journal of Science and Technology, 226(11): 332 – 340, 2021</a:t>
            </a:r>
            <a:endParaRPr lang="en-US" sz="3000">
              <a:latin typeface="Arial" panose="020B0604020202020204" pitchFamily="34" charset="0"/>
              <a:cs typeface="Arial" panose="020B0604020202020204" pitchFamily="34" charset="0"/>
            </a:endParaRPr>
          </a:p>
          <a:p>
            <a:pPr latinLnBrk="0"/>
            <a:r>
              <a:rPr lang="en-US" sz="3000">
                <a:latin typeface="Arial" panose="020B0604020202020204" pitchFamily="34" charset="0"/>
                <a:cs typeface="Arial" panose="020B0604020202020204" pitchFamily="34" charset="0"/>
              </a:rPr>
              <a:t>[4] Wenchange Zhang et al, “Design and Development of a high speed sorting system based on machine vision guiding”, 2012 International Conference on Solid Stage Devices and Materials Science, Physics Procedia 25 (2012) 1955 – 1965</a:t>
            </a:r>
          </a:p>
          <a:p>
            <a:pPr latinLnBrk="0"/>
            <a:endParaRPr lang="en-US" sz="3000">
              <a:latin typeface="Arial" panose="020B0604020202020204" pitchFamily="34" charset="0"/>
              <a:cs typeface="Arial" panose="020B0604020202020204" pitchFamily="34" charset="0"/>
            </a:endParaRPr>
          </a:p>
          <a:p>
            <a:pPr latinLnBrk="0"/>
            <a:endParaRPr lang="en-US" sz="3200" dirty="0">
              <a:latin typeface="Arial" panose="020B0604020202020204" pitchFamily="34" charset="0"/>
              <a:cs typeface="Arial" panose="020B0604020202020204" pitchFamily="34" charset="0"/>
            </a:endParaRPr>
          </a:p>
          <a:p>
            <a:pPr marL="0" indent="0" eaLnBrk="1" hangingPunct="1">
              <a:lnSpc>
                <a:spcPct val="90000"/>
              </a:lnSpc>
              <a:spcBef>
                <a:spcPct val="50000"/>
              </a:spcBef>
            </a:pPr>
            <a:endParaRPr lang="en-US" sz="3200" dirty="0"/>
          </a:p>
          <a:p>
            <a:pPr marL="0" indent="0" eaLnBrk="1" hangingPunct="1">
              <a:lnSpc>
                <a:spcPct val="90000"/>
              </a:lnSpc>
              <a:spcBef>
                <a:spcPct val="50000"/>
              </a:spcBef>
            </a:pPr>
            <a:endParaRPr lang="en-US" sz="3200" dirty="0"/>
          </a:p>
          <a:p>
            <a:pPr marL="0" indent="0" eaLnBrk="1" hangingPunct="1">
              <a:lnSpc>
                <a:spcPct val="90000"/>
              </a:lnSpc>
              <a:spcBef>
                <a:spcPct val="50000"/>
              </a:spcBef>
            </a:pPr>
            <a:endParaRPr lang="en-US" sz="3200" dirty="0"/>
          </a:p>
          <a:p>
            <a:pPr marL="982663" indent="-982663" eaLnBrk="1" hangingPunct="1">
              <a:lnSpc>
                <a:spcPct val="90000"/>
              </a:lnSpc>
              <a:spcBef>
                <a:spcPct val="50000"/>
              </a:spcBef>
            </a:pPr>
            <a:endParaRPr kumimoji="1" lang="en-US" altLang="ko-KR" sz="3200" dirty="0">
              <a:latin typeface="+mn-lt"/>
              <a:ea typeface="굴림" charset="-127"/>
            </a:endParaRPr>
          </a:p>
        </p:txBody>
      </p:sp>
      <p:pic>
        <p:nvPicPr>
          <p:cNvPr id="15" name="Picture 14">
            <a:extLst>
              <a:ext uri="{FF2B5EF4-FFF2-40B4-BE49-F238E27FC236}">
                <a16:creationId xmlns:a16="http://schemas.microsoft.com/office/drawing/2014/main" id="{A4DE4D35-F505-EAB7-97BD-DE7FB74BFFB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03503" y="39776933"/>
            <a:ext cx="2437919" cy="2437919"/>
          </a:xfrm>
          <a:prstGeom prst="rect">
            <a:avLst/>
          </a:prstGeom>
        </p:spPr>
      </p:pic>
      <p:pic>
        <p:nvPicPr>
          <p:cNvPr id="17" name="Picture 16">
            <a:extLst>
              <a:ext uri="{FF2B5EF4-FFF2-40B4-BE49-F238E27FC236}">
                <a16:creationId xmlns:a16="http://schemas.microsoft.com/office/drawing/2014/main" id="{351CE596-F02E-51FF-A9CA-6CFCEF6C1D3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390845" y="39776933"/>
            <a:ext cx="2437919" cy="2437919"/>
          </a:xfrm>
          <a:prstGeom prst="rect">
            <a:avLst/>
          </a:prstGeom>
        </p:spPr>
      </p:pic>
      <p:pic>
        <p:nvPicPr>
          <p:cNvPr id="21" name="Picture 20">
            <a:extLst>
              <a:ext uri="{FF2B5EF4-FFF2-40B4-BE49-F238E27FC236}">
                <a16:creationId xmlns:a16="http://schemas.microsoft.com/office/drawing/2014/main" id="{CC42E789-5141-0399-43F3-CC8C652852E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778188" y="39776933"/>
            <a:ext cx="2437919" cy="2437919"/>
          </a:xfrm>
          <a:prstGeom prst="rect">
            <a:avLst/>
          </a:prstGeom>
        </p:spPr>
      </p:pic>
      <p:pic>
        <p:nvPicPr>
          <p:cNvPr id="1031" name="Picture 7" descr="Cảm biến màu công nghiệp là gì? - Tín Thành Industrial Mall">
            <a:extLst>
              <a:ext uri="{FF2B5EF4-FFF2-40B4-BE49-F238E27FC236}">
                <a16:creationId xmlns:a16="http://schemas.microsoft.com/office/drawing/2014/main" id="{98240E64-C270-057D-BDF1-ADF84CE038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7856" y="8115168"/>
            <a:ext cx="7132189" cy="4756803"/>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Bộ cảm biến màu keyence CZ-V21A kèm head CZ-H37S - TCT CREATIVE TECHNOLOGY">
            <a:extLst>
              <a:ext uri="{FF2B5EF4-FFF2-40B4-BE49-F238E27FC236}">
                <a16:creationId xmlns:a16="http://schemas.microsoft.com/office/drawing/2014/main" id="{C036B9CB-E22A-4148-3948-119B7DEF30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149150" y="10336316"/>
            <a:ext cx="4516744" cy="3497216"/>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KT5W-2P1116 SICK - Cảm biến: sự tương phản | Phạm vi: 10mm; PNP; khuếch  tán-phản xạ | Transfer Multisort Elektronik Vietnam (WFS)">
            <a:extLst>
              <a:ext uri="{FF2B5EF4-FFF2-40B4-BE49-F238E27FC236}">
                <a16:creationId xmlns:a16="http://schemas.microsoft.com/office/drawing/2014/main" id="{471FE56A-3A00-9A1D-D9D5-B9E7E86F93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89793" y="10332100"/>
            <a:ext cx="4516745" cy="3387559"/>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97337A94-2F80-DDDE-966F-C15209C6CAFC}"/>
              </a:ext>
            </a:extLst>
          </p:cNvPr>
          <p:cNvSpPr txBox="1"/>
          <p:nvPr/>
        </p:nvSpPr>
        <p:spPr>
          <a:xfrm>
            <a:off x="581939" y="15006813"/>
            <a:ext cx="14345556" cy="4959499"/>
          </a:xfrm>
          <a:prstGeom prst="rect">
            <a:avLst/>
          </a:prstGeom>
          <a:noFill/>
        </p:spPr>
        <p:txBody>
          <a:bodyPr wrap="square">
            <a:spAutoFit/>
          </a:bodyPr>
          <a:lstStyle/>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Mô hình: Sử dụng đĩa quay để tạo vận tốc tuyến tính cao trong </a:t>
            </a:r>
            <a:r>
              <a:rPr lang="en-US" sz="3600">
                <a:solidFill>
                  <a:srgbClr val="000000"/>
                </a:solidFill>
                <a:latin typeface="Arial" panose="020B0604020202020204" pitchFamily="34" charset="0"/>
                <a:ea typeface="Calibri" panose="020F0502020204030204" pitchFamily="34" charset="0"/>
                <a:cs typeface="Arial" panose="020B0604020202020204" pitchFamily="34" charset="0"/>
              </a:rPr>
              <a:t>     </a:t>
            </a: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không gian nhỏ.</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571500" indent="-571500" algn="just">
              <a:lnSpc>
                <a:spcPct val="115000"/>
              </a:lnSpc>
              <a:spcBef>
                <a:spcPts val="600"/>
              </a:spcBef>
              <a:spcAft>
                <a:spcPts val="600"/>
              </a:spcAft>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Phần cứng: Vi điều khiển STM32 kết hợp mạch cách ly tốc độ cao để thu thập dữ liệu ở mức micro giây</a:t>
            </a:r>
            <a:r>
              <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rPr>
              <a:t>.</a:t>
            </a:r>
          </a:p>
          <a:p>
            <a:pPr marL="571500" indent="-571500" algn="just">
              <a:lnSpc>
                <a:spcPct val="115000"/>
              </a:lnSpc>
              <a:spcBef>
                <a:spcPts val="600"/>
              </a:spcBef>
              <a:spcAft>
                <a:spcPts val="600"/>
              </a:spcAft>
              <a:buFont typeface="Wingdings" panose="05000000000000000000" pitchFamily="2" charset="2"/>
              <a:buChar char="v"/>
            </a:pPr>
            <a:r>
              <a:rPr lang="en-US" sz="3600">
                <a:solidFill>
                  <a:srgbClr val="000000"/>
                </a:solidFill>
                <a:latin typeface="Arial" panose="020B0604020202020204" pitchFamily="34" charset="0"/>
                <a:ea typeface="Calibri" panose="020F0502020204030204" pitchFamily="34" charset="0"/>
                <a:cs typeface="Arial" panose="020B0604020202020204" pitchFamily="34" charset="0"/>
              </a:rPr>
              <a:t>Cơ sở tính toán. </a:t>
            </a:r>
            <a:r>
              <a:rPr lang="vi-VN" sz="3600">
                <a:solidFill>
                  <a:srgbClr val="000000"/>
                </a:solidFill>
                <a:latin typeface="Arial" panose="020B0604020202020204" pitchFamily="34" charset="0"/>
                <a:ea typeface="Calibri" panose="020F0502020204030204" pitchFamily="34" charset="0"/>
                <a:cs typeface="Arial" panose="020B0604020202020204" pitchFamily="34" charset="0"/>
              </a:rPr>
              <a:t>Xác định thời gian tồn tại tín hiệu hiệu dụng dựa trên vận tốc, bán kính đĩa và kích thước vùng sáng (spot size) của cảm biến.</a:t>
            </a:r>
            <a:endParaRPr lang="en-US" sz="3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34CEFD37-F342-1ADA-0841-A36E3BB3F92D}"/>
              </a:ext>
            </a:extLst>
          </p:cNvPr>
          <p:cNvSpPr txBox="1"/>
          <p:nvPr/>
        </p:nvSpPr>
        <p:spPr>
          <a:xfrm>
            <a:off x="21658839" y="13825591"/>
            <a:ext cx="8162360" cy="480901"/>
          </a:xfrm>
          <a:prstGeom prst="rect">
            <a:avLst/>
          </a:prstGeom>
          <a:noFill/>
        </p:spPr>
        <p:txBody>
          <a:bodyPr wrap="square">
            <a:spAutoFit/>
          </a:bodyPr>
          <a:lstStyle/>
          <a:p>
            <a:pPr algn="ctr">
              <a:lnSpc>
                <a:spcPct val="115000"/>
              </a:lnSpc>
              <a:spcBef>
                <a:spcPts val="300"/>
              </a:spcBef>
              <a:spcAft>
                <a:spcPts val="600"/>
              </a:spcAft>
            </a:pPr>
            <a:r>
              <a:rPr lang="en-US" sz="2400" b="1" i="1"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a:t>
            </a: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3</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Cảm biến SICK KT5W </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39" name="Picture 38">
            <a:extLst>
              <a:ext uri="{FF2B5EF4-FFF2-40B4-BE49-F238E27FC236}">
                <a16:creationId xmlns:a16="http://schemas.microsoft.com/office/drawing/2014/main" id="{E3E9644E-283F-DF8A-A8B7-93EEEC0EB0D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88796" y="19993605"/>
            <a:ext cx="7133024" cy="3874729"/>
          </a:xfrm>
          <a:prstGeom prst="rect">
            <a:avLst/>
          </a:prstGeom>
        </p:spPr>
      </p:pic>
      <p:pic>
        <p:nvPicPr>
          <p:cNvPr id="43" name="Picture 42">
            <a:extLst>
              <a:ext uri="{FF2B5EF4-FFF2-40B4-BE49-F238E27FC236}">
                <a16:creationId xmlns:a16="http://schemas.microsoft.com/office/drawing/2014/main" id="{51A714D7-ADE7-9C59-BCB8-B4BB8F80521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845345" y="24178942"/>
            <a:ext cx="7133023" cy="3878719"/>
          </a:xfrm>
          <a:prstGeom prst="rect">
            <a:avLst/>
          </a:prstGeom>
        </p:spPr>
      </p:pic>
      <p:sp>
        <p:nvSpPr>
          <p:cNvPr id="46" name="TextBox 45">
            <a:extLst>
              <a:ext uri="{FF2B5EF4-FFF2-40B4-BE49-F238E27FC236}">
                <a16:creationId xmlns:a16="http://schemas.microsoft.com/office/drawing/2014/main" id="{9D7B0C08-FCAF-2EBF-3050-D07819EB4765}"/>
              </a:ext>
            </a:extLst>
          </p:cNvPr>
          <p:cNvSpPr txBox="1"/>
          <p:nvPr/>
        </p:nvSpPr>
        <p:spPr>
          <a:xfrm>
            <a:off x="527211" y="29552607"/>
            <a:ext cx="14317111" cy="3618363"/>
          </a:xfrm>
          <a:prstGeom prst="rect">
            <a:avLst/>
          </a:prstGeom>
          <a:noFill/>
        </p:spPr>
        <p:txBody>
          <a:bodyPr wrap="square" rtlCol="0">
            <a:spAutoFit/>
          </a:bodyPr>
          <a:lstStyle/>
          <a:p>
            <a:pPr marL="457200" indent="-457200" algn="just" latinLnBrk="0" hangingPunct="0">
              <a:lnSpc>
                <a:spcPct val="130000"/>
              </a:lnSpc>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Mở rộng ứng dụng công nghệ Thị giác máy (Vision System) và Trí tuệ nhân tạo (AI) để nhận diện đa đặc trưng (hình dáng, kích thước, ký tự) thay vì chỉ màu sắc đơn thuần.</a:t>
            </a:r>
            <a:endParaRPr lang="en-US" sz="36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457200" indent="-457200" algn="just" latinLnBrk="0" hangingPunct="0">
              <a:lnSpc>
                <a:spcPct val="130000"/>
              </a:lnSpc>
              <a:buFont typeface="Wingdings" panose="05000000000000000000" pitchFamily="2" charset="2"/>
              <a:buChar char="v"/>
            </a:pPr>
            <a:r>
              <a:rPr lang="vi-VN" sz="3600">
                <a:solidFill>
                  <a:srgbClr val="000000"/>
                </a:solidFill>
                <a:effectLst/>
                <a:latin typeface="Arial" panose="020B0604020202020204" pitchFamily="34" charset="0"/>
                <a:ea typeface="Calibri" panose="020F0502020204030204" pitchFamily="34" charset="0"/>
                <a:cs typeface="Arial" panose="020B0604020202020204" pitchFamily="34" charset="0"/>
              </a:rPr>
              <a:t>Tích hợp với các robot tốc độ cao (như robot Delta) để hoàn thiện quy trình phân loại tự động công suất lớn.</a:t>
            </a:r>
            <a:endParaRPr lang="en-US" sz="36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B38A2773-5F7F-2770-4E19-24C9D347234C}"/>
              </a:ext>
            </a:extLst>
          </p:cNvPr>
          <p:cNvSpPr txBox="1"/>
          <p:nvPr/>
        </p:nvSpPr>
        <p:spPr>
          <a:xfrm>
            <a:off x="8498243" y="21474135"/>
            <a:ext cx="5827226" cy="1021049"/>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4</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Mô tả phương pháp mô phỏng </a:t>
            </a:r>
          </a:p>
          <a:p>
            <a:pPr algn="ctr">
              <a:lnSpc>
                <a:spcPct val="115000"/>
              </a:lnSpc>
              <a:spcBef>
                <a:spcPts val="300"/>
              </a:spcBef>
              <a:spcAft>
                <a:spcPts val="600"/>
              </a:spcAft>
            </a:pPr>
            <a:r>
              <a:rPr lang="en-US" sz="2400" i="1">
                <a:solidFill>
                  <a:srgbClr val="000000"/>
                </a:solidFill>
                <a:latin typeface="Arial" panose="020B0604020202020204" pitchFamily="34" charset="0"/>
                <a:ea typeface="Times New Roman" panose="02020603050405020304" pitchFamily="18" charset="0"/>
                <a:cs typeface="Arial" panose="020B0604020202020204" pitchFamily="34" charset="0"/>
              </a:rPr>
              <a:t>b</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ăng tải bằng mô hình đĩa quay</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48" name="TextBox 47">
            <a:extLst>
              <a:ext uri="{FF2B5EF4-FFF2-40B4-BE49-F238E27FC236}">
                <a16:creationId xmlns:a16="http://schemas.microsoft.com/office/drawing/2014/main" id="{437AB5FC-118E-36A5-5507-F7445CF25041}"/>
              </a:ext>
            </a:extLst>
          </p:cNvPr>
          <p:cNvSpPr txBox="1"/>
          <p:nvPr/>
        </p:nvSpPr>
        <p:spPr>
          <a:xfrm>
            <a:off x="1284243" y="25607776"/>
            <a:ext cx="5827226" cy="1021049"/>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5</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Mô tả phương pháp thu thập dữ </a:t>
            </a:r>
          </a:p>
          <a:p>
            <a:pPr algn="ctr">
              <a:lnSpc>
                <a:spcPct val="115000"/>
              </a:lnSpc>
              <a:spcBef>
                <a:spcPts val="300"/>
              </a:spcBef>
              <a:spcAft>
                <a:spcPts val="600"/>
              </a:spcAft>
            </a:pPr>
            <a:r>
              <a:rPr lang="en-US" sz="2400" i="1">
                <a:solidFill>
                  <a:srgbClr val="000000"/>
                </a:solidFill>
                <a:latin typeface="Arial" panose="020B0604020202020204" pitchFamily="34" charset="0"/>
                <a:ea typeface="Times New Roman" panose="02020603050405020304" pitchFamily="18" charset="0"/>
                <a:cs typeface="Arial" panose="020B0604020202020204" pitchFamily="34" charset="0"/>
              </a:rPr>
              <a:t>liệu sử dụng STM32F1</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56" name="Picture 55">
            <a:extLst>
              <a:ext uri="{FF2B5EF4-FFF2-40B4-BE49-F238E27FC236}">
                <a16:creationId xmlns:a16="http://schemas.microsoft.com/office/drawing/2014/main" id="{EE2A3B0C-8606-5683-2C57-73507CFBA352}"/>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5892021" y="18464959"/>
            <a:ext cx="13965224" cy="5568451"/>
          </a:xfrm>
          <a:prstGeom prst="rect">
            <a:avLst/>
          </a:prstGeom>
          <a:noFill/>
          <a:ln>
            <a:noFill/>
          </a:ln>
        </p:spPr>
      </p:pic>
      <p:sp>
        <p:nvSpPr>
          <p:cNvPr id="57" name="TextBox 56">
            <a:extLst>
              <a:ext uri="{FF2B5EF4-FFF2-40B4-BE49-F238E27FC236}">
                <a16:creationId xmlns:a16="http://schemas.microsoft.com/office/drawing/2014/main" id="{1CA1EF58-4CBB-4C56-FCA6-52CB19E7D22C}"/>
              </a:ext>
            </a:extLst>
          </p:cNvPr>
          <p:cNvSpPr txBox="1"/>
          <p:nvPr/>
        </p:nvSpPr>
        <p:spPr>
          <a:xfrm>
            <a:off x="18130566" y="24140718"/>
            <a:ext cx="9488133" cy="480901"/>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6</a:t>
            </a:r>
            <a:r>
              <a:rPr lang="en-US" sz="2400" b="1" i="1">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Biểu đồ kết quả thu được giữa 2 cảm biết ở tốc độ 1.88 m/s</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68" name="Picture 67">
            <a:extLst>
              <a:ext uri="{FF2B5EF4-FFF2-40B4-BE49-F238E27FC236}">
                <a16:creationId xmlns:a16="http://schemas.microsoft.com/office/drawing/2014/main" id="{045E3B15-EFD0-9FD0-9D47-977F9CDFD6B1}"/>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178681" y="33326888"/>
            <a:ext cx="11333327" cy="5594220"/>
          </a:xfrm>
          <a:prstGeom prst="rect">
            <a:avLst/>
          </a:prstGeom>
        </p:spPr>
      </p:pic>
      <p:sp>
        <p:nvSpPr>
          <p:cNvPr id="69" name="TextBox 68">
            <a:extLst>
              <a:ext uri="{FF2B5EF4-FFF2-40B4-BE49-F238E27FC236}">
                <a16:creationId xmlns:a16="http://schemas.microsoft.com/office/drawing/2014/main" id="{258F39B3-B71D-8D0D-410B-CA014336DDBF}"/>
              </a:ext>
            </a:extLst>
          </p:cNvPr>
          <p:cNvSpPr txBox="1"/>
          <p:nvPr/>
        </p:nvSpPr>
        <p:spPr>
          <a:xfrm>
            <a:off x="3198161" y="39042524"/>
            <a:ext cx="9488133" cy="480901"/>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8</a:t>
            </a:r>
            <a:r>
              <a:rPr lang="en-US" sz="2400" b="1" i="1">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Hướng phát triển &amp; ứng dụng tương lai</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pic>
        <p:nvPicPr>
          <p:cNvPr id="2" name="Picture 1">
            <a:extLst>
              <a:ext uri="{FF2B5EF4-FFF2-40B4-BE49-F238E27FC236}">
                <a16:creationId xmlns:a16="http://schemas.microsoft.com/office/drawing/2014/main" id="{0033A6C6-02EC-942F-0351-19ECA85742E9}"/>
              </a:ext>
            </a:extLst>
          </p:cNvPr>
          <p:cNvPicPr>
            <a:picLocks noChangeAspect="1"/>
          </p:cNvPicPr>
          <p:nvPr/>
        </p:nvPicPr>
        <p:blipFill>
          <a:blip r:embed="rId16"/>
          <a:stretch>
            <a:fillRect/>
          </a:stretch>
        </p:blipFill>
        <p:spPr>
          <a:xfrm>
            <a:off x="17441862" y="25032581"/>
            <a:ext cx="5412060" cy="3693134"/>
          </a:xfrm>
          <a:prstGeom prst="rect">
            <a:avLst/>
          </a:prstGeom>
        </p:spPr>
      </p:pic>
      <p:pic>
        <p:nvPicPr>
          <p:cNvPr id="3" name="Picture 2">
            <a:extLst>
              <a:ext uri="{FF2B5EF4-FFF2-40B4-BE49-F238E27FC236}">
                <a16:creationId xmlns:a16="http://schemas.microsoft.com/office/drawing/2014/main" id="{08C00BA1-A5F2-A218-2668-D9696078F18C}"/>
              </a:ext>
            </a:extLst>
          </p:cNvPr>
          <p:cNvPicPr>
            <a:picLocks noChangeAspect="1"/>
          </p:cNvPicPr>
          <p:nvPr/>
        </p:nvPicPr>
        <p:blipFill>
          <a:blip r:embed="rId17"/>
          <a:stretch>
            <a:fillRect/>
          </a:stretch>
        </p:blipFill>
        <p:spPr>
          <a:xfrm>
            <a:off x="23202502" y="25080709"/>
            <a:ext cx="5072755" cy="3564192"/>
          </a:xfrm>
          <a:prstGeom prst="rect">
            <a:avLst/>
          </a:prstGeom>
        </p:spPr>
      </p:pic>
      <p:sp>
        <p:nvSpPr>
          <p:cNvPr id="4" name="TextBox 3">
            <a:extLst>
              <a:ext uri="{FF2B5EF4-FFF2-40B4-BE49-F238E27FC236}">
                <a16:creationId xmlns:a16="http://schemas.microsoft.com/office/drawing/2014/main" id="{F38154BB-8523-41FF-A185-8221ECDDD7AD}"/>
              </a:ext>
            </a:extLst>
          </p:cNvPr>
          <p:cNvSpPr txBox="1"/>
          <p:nvPr/>
        </p:nvSpPr>
        <p:spPr>
          <a:xfrm>
            <a:off x="18130566" y="28969770"/>
            <a:ext cx="9488133" cy="480901"/>
          </a:xfrm>
          <a:prstGeom prst="rect">
            <a:avLst/>
          </a:prstGeom>
          <a:noFill/>
        </p:spPr>
        <p:txBody>
          <a:bodyPr wrap="square" rtlCol="0">
            <a:spAutoFit/>
          </a:bodyPr>
          <a:lstStyle/>
          <a:p>
            <a:pPr algn="ctr">
              <a:lnSpc>
                <a:spcPct val="115000"/>
              </a:lnSpc>
              <a:spcBef>
                <a:spcPts val="300"/>
              </a:spcBef>
              <a:spcAft>
                <a:spcPts val="600"/>
              </a:spcAft>
            </a:pPr>
            <a:r>
              <a:rPr lang="en-US" sz="2400" b="1"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Hình 7</a:t>
            </a:r>
            <a:r>
              <a:rPr lang="en-US" sz="2400" b="1" i="1">
                <a:solidFill>
                  <a:srgbClr val="000000"/>
                </a:solidFill>
                <a:latin typeface="Arial" panose="020B0604020202020204" pitchFamily="34" charset="0"/>
                <a:ea typeface="Times New Roman" panose="02020603050405020304" pitchFamily="18" charset="0"/>
                <a:cs typeface="Arial" panose="020B0604020202020204" pitchFamily="34" charset="0"/>
              </a:rPr>
              <a:t>.</a:t>
            </a:r>
            <a:r>
              <a:rPr lang="en-US" sz="2400" i="1">
                <a:solidFill>
                  <a:srgbClr val="000000"/>
                </a:solidFill>
                <a:effectLst/>
                <a:latin typeface="Arial" panose="020B0604020202020204" pitchFamily="34" charset="0"/>
                <a:ea typeface="Times New Roman" panose="02020603050405020304" pitchFamily="18" charset="0"/>
                <a:cs typeface="Arial" panose="020B0604020202020204" pitchFamily="34" charset="0"/>
              </a:rPr>
              <a:t> So sáng kết quả thu được giữa 2 cảm biết ở tốc độ 1.88 m/s</a:t>
            </a:r>
            <a:endParaRPr lang="en-US" sz="24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56464655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24050</TotalTime>
  <Words>724</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Malgun Gothic</vt:lpstr>
      <vt:lpstr>Arial</vt:lpstr>
      <vt:lpstr>Calibri</vt:lpstr>
      <vt:lpstr>Wingdings</vt:lpstr>
      <vt:lpstr>Office 테마</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admin</dc:creator>
  <cp:lastModifiedBy>Chu Bảng</cp:lastModifiedBy>
  <cp:revision>360</cp:revision>
  <cp:lastPrinted>2016-04-21T06:47:48Z</cp:lastPrinted>
  <dcterms:created xsi:type="dcterms:W3CDTF">2015-04-13T05:08:13Z</dcterms:created>
  <dcterms:modified xsi:type="dcterms:W3CDTF">2026-04-15T01:37:51Z</dcterms:modified>
</cp:coreProperties>
</file>